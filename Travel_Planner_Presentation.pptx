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  <p:bold r:id="rId16"/>
    </p:embeddedFont>
    <p:embeddedFont>
      <p:font typeface="Calibri (MS) Italics" panose="020B0604020202020204" charset="0"/>
      <p:regular r:id="rId17"/>
      <p:italic r:id="rId18"/>
    </p:embeddedFont>
    <p:embeddedFont>
      <p:font typeface="Canva Sans Bold Italics" panose="020B0604020202020204" charset="0"/>
      <p:regular r:id="rId19"/>
      <p:boldItalic r:id="rId20"/>
    </p:embeddedFont>
    <p:embeddedFont>
      <p:font typeface="Consolas Bold" panose="020B0709020204030204" pitchFamily="49" charset="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43" y="6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5737" y="-1475737"/>
            <a:ext cx="5511803" cy="5511803"/>
            <a:chOff x="0" y="0"/>
            <a:chExt cx="7349071" cy="73490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3AA6FF">
                <a:alpha val="3922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349109" cy="7348982"/>
            </a:xfrm>
            <a:custGeom>
              <a:avLst/>
              <a:gdLst/>
              <a:ahLst/>
              <a:cxnLst/>
              <a:rect l="l" t="t" r="r" b="b"/>
              <a:pathLst>
                <a:path w="7349109" h="7348982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3AA6FF">
                <a:alpha val="3922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5532103" y="6388103"/>
            <a:ext cx="4597403" cy="4597403"/>
            <a:chOff x="0" y="0"/>
            <a:chExt cx="6129871" cy="61298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6096000" cy="6096000"/>
            </a:xfrm>
            <a:custGeom>
              <a:avLst/>
              <a:gdLst/>
              <a:ahLst/>
              <a:cxnLst/>
              <a:rect l="l" t="t" r="r" b="b"/>
              <a:pathLst>
                <a:path w="6096000" h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FF7A45">
                <a:alpha val="3922"/>
              </a:srgb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129909" cy="6129782"/>
            </a:xfrm>
            <a:custGeom>
              <a:avLst/>
              <a:gdLst/>
              <a:ahLst/>
              <a:cxnLst/>
              <a:rect l="l" t="t" r="r" b="b"/>
              <a:pathLst>
                <a:path w="6129909" h="6129782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FF7A45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788903" y="-927097"/>
            <a:ext cx="2768603" cy="2768603"/>
            <a:chOff x="0" y="0"/>
            <a:chExt cx="3691471" cy="369147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3657600" cy="3657600"/>
            </a:xfrm>
            <a:custGeom>
              <a:avLst/>
              <a:gdLst/>
              <a:ahLst/>
              <a:cxnLst/>
              <a:rect l="l" t="t" r="r" b="b"/>
              <a:pathLst>
                <a:path w="3657600" h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3AA6FF">
                <a:alpha val="8627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691509" cy="3691382"/>
            </a:xfrm>
            <a:custGeom>
              <a:avLst/>
              <a:gdLst/>
              <a:ahLst/>
              <a:cxnLst/>
              <a:rect l="l" t="t" r="r" b="b"/>
              <a:pathLst>
                <a:path w="3691509" h="3691382">
                  <a:moveTo>
                    <a:pt x="0" y="1845691"/>
                  </a:moveTo>
                  <a:cubicBezTo>
                    <a:pt x="0" y="826389"/>
                    <a:pt x="826389" y="0"/>
                    <a:pt x="1845691" y="0"/>
                  </a:cubicBezTo>
                  <a:lnTo>
                    <a:pt x="1845691" y="16891"/>
                  </a:lnTo>
                  <a:lnTo>
                    <a:pt x="1845691" y="0"/>
                  </a:lnTo>
                  <a:cubicBezTo>
                    <a:pt x="2865120" y="0"/>
                    <a:pt x="3691509" y="826389"/>
                    <a:pt x="3691509" y="1845691"/>
                  </a:cubicBezTo>
                  <a:cubicBezTo>
                    <a:pt x="3691509" y="2865120"/>
                    <a:pt x="2865120" y="3691382"/>
                    <a:pt x="1845818" y="3691382"/>
                  </a:cubicBezTo>
                  <a:lnTo>
                    <a:pt x="1845818" y="3674491"/>
                  </a:lnTo>
                  <a:lnTo>
                    <a:pt x="1845818" y="3691382"/>
                  </a:lnTo>
                  <a:cubicBezTo>
                    <a:pt x="826389" y="3691509"/>
                    <a:pt x="0" y="2865120"/>
                    <a:pt x="0" y="1845691"/>
                  </a:cubicBezTo>
                  <a:lnTo>
                    <a:pt x="16891" y="1845691"/>
                  </a:lnTo>
                  <a:lnTo>
                    <a:pt x="31115" y="1854835"/>
                  </a:lnTo>
                  <a:cubicBezTo>
                    <a:pt x="27051" y="1861185"/>
                    <a:pt x="19304" y="1864106"/>
                    <a:pt x="12065" y="1861947"/>
                  </a:cubicBezTo>
                  <a:cubicBezTo>
                    <a:pt x="4826" y="1859788"/>
                    <a:pt x="0" y="1853311"/>
                    <a:pt x="0" y="1845691"/>
                  </a:cubicBezTo>
                  <a:moveTo>
                    <a:pt x="33909" y="1845691"/>
                  </a:moveTo>
                  <a:lnTo>
                    <a:pt x="16891" y="1845691"/>
                  </a:lnTo>
                  <a:lnTo>
                    <a:pt x="2667" y="1836547"/>
                  </a:lnTo>
                  <a:cubicBezTo>
                    <a:pt x="6731" y="1830197"/>
                    <a:pt x="14478" y="1827276"/>
                    <a:pt x="21717" y="1829435"/>
                  </a:cubicBezTo>
                  <a:cubicBezTo>
                    <a:pt x="28956" y="1831594"/>
                    <a:pt x="33909" y="1838198"/>
                    <a:pt x="33909" y="1845691"/>
                  </a:cubicBezTo>
                  <a:cubicBezTo>
                    <a:pt x="33909" y="2846451"/>
                    <a:pt x="845058" y="3657600"/>
                    <a:pt x="1845691" y="3657600"/>
                  </a:cubicBezTo>
                  <a:cubicBezTo>
                    <a:pt x="2846451" y="3657600"/>
                    <a:pt x="3657600" y="2846451"/>
                    <a:pt x="3657600" y="1845691"/>
                  </a:cubicBezTo>
                  <a:lnTo>
                    <a:pt x="3674491" y="1845691"/>
                  </a:lnTo>
                  <a:lnTo>
                    <a:pt x="3657600" y="1845691"/>
                  </a:lnTo>
                  <a:cubicBezTo>
                    <a:pt x="3657600" y="845058"/>
                    <a:pt x="2846451" y="33909"/>
                    <a:pt x="1845691" y="33909"/>
                  </a:cubicBezTo>
                  <a:lnTo>
                    <a:pt x="1845691" y="16891"/>
                  </a:lnTo>
                  <a:lnTo>
                    <a:pt x="1845691" y="33909"/>
                  </a:lnTo>
                  <a:cubicBezTo>
                    <a:pt x="845058" y="33909"/>
                    <a:pt x="33909" y="845058"/>
                    <a:pt x="33909" y="1845691"/>
                  </a:cubicBezTo>
                  <a:close/>
                </a:path>
              </a:pathLst>
            </a:custGeom>
            <a:solidFill>
              <a:srgbClr val="3AA6FF">
                <a:alpha val="8627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388103" y="2181863"/>
            <a:ext cx="5511803" cy="135131"/>
            <a:chOff x="0" y="0"/>
            <a:chExt cx="7349071" cy="180175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229600" y="1005840"/>
            <a:ext cx="1828800" cy="1828800"/>
            <a:chOff x="0" y="0"/>
            <a:chExt cx="2438400" cy="24384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2438400" cy="2438400"/>
            </a:xfrm>
            <a:custGeom>
              <a:avLst/>
              <a:gdLst/>
              <a:ahLst/>
              <a:cxnLst/>
              <a:rect l="l" t="t" r="r" b="b"/>
              <a:pathLst>
                <a:path w="2438400" h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463040" y="2743200"/>
            <a:ext cx="15361920" cy="2194560"/>
            <a:chOff x="0" y="0"/>
            <a:chExt cx="20482560" cy="29260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482561" cy="2926080"/>
            </a:xfrm>
            <a:custGeom>
              <a:avLst/>
              <a:gdLst/>
              <a:ahLst/>
              <a:cxnLst/>
              <a:rect l="l" t="t" r="r" b="b"/>
              <a:pathLst>
                <a:path w="20482561" h="2926080">
                  <a:moveTo>
                    <a:pt x="0" y="0"/>
                  </a:moveTo>
                  <a:lnTo>
                    <a:pt x="20482561" y="0"/>
                  </a:lnTo>
                  <a:lnTo>
                    <a:pt x="20482561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209550"/>
              <a:ext cx="20482560" cy="3135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480"/>
                </a:lnSpc>
              </a:pPr>
              <a:r>
                <a:rPr lang="en-US" sz="104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AI Travel Planner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28800" y="5029200"/>
            <a:ext cx="14630400" cy="1097280"/>
            <a:chOff x="0" y="0"/>
            <a:chExt cx="19507200" cy="1463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507200" cy="1463040"/>
            </a:xfrm>
            <a:custGeom>
              <a:avLst/>
              <a:gdLst/>
              <a:ahLst/>
              <a:cxnLst/>
              <a:rect l="l" t="t" r="r" b="b"/>
              <a:pathLst>
                <a:path w="19507200" h="146304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9507200" cy="1539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i="1">
                  <a:solidFill>
                    <a:srgbClr val="93C5FD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Plan Smarter. Explore Better.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743200" y="6309360"/>
            <a:ext cx="12801600" cy="1645920"/>
            <a:chOff x="0" y="0"/>
            <a:chExt cx="17068800" cy="21945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068800" cy="2194560"/>
            </a:xfrm>
            <a:custGeom>
              <a:avLst/>
              <a:gdLst/>
              <a:ahLst/>
              <a:cxnLst/>
              <a:rect l="l" t="t" r="r" b="b"/>
              <a:pathLst>
                <a:path w="17068800" h="219456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550" b="-10155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06880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An AI-powered travel planning system that turns your preferences into a complete, budget-aware travel itinerary.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505495" y="8839518"/>
            <a:ext cx="2139077" cy="34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94A3B8"/>
                </a:solidFill>
                <a:latin typeface="Canva Sans Bold Italics" panose="020B0803030501040103"/>
                <a:ea typeface="Canva Sans Bold Italics" panose="020B0803030501040103"/>
                <a:cs typeface="Canva Sans Bold Italics" panose="020B0803030501040103"/>
                <a:sym typeface="Canva Sans Bold Italics" panose="020B0803030501040103"/>
              </a:rPr>
              <a:t>Neella Harshitha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482603" cy="10312403"/>
            <a:chOff x="0" y="0"/>
            <a:chExt cx="643471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609600" cy="13715999"/>
            </a:xfrm>
            <a:custGeom>
              <a:avLst/>
              <a:gdLst/>
              <a:ahLst/>
              <a:cxnLst/>
              <a:rect l="l" t="t" r="r" b="b"/>
              <a:pathLst>
                <a:path w="609600" h="13715999">
                  <a:moveTo>
                    <a:pt x="0" y="0"/>
                  </a:moveTo>
                  <a:lnTo>
                    <a:pt x="609600" y="0"/>
                  </a:lnTo>
                  <a:lnTo>
                    <a:pt x="609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643382" cy="13749782"/>
            </a:xfrm>
            <a:custGeom>
              <a:avLst/>
              <a:gdLst/>
              <a:ahLst/>
              <a:cxnLst/>
              <a:rect l="l" t="t" r="r" b="b"/>
              <a:pathLst>
                <a:path w="643382" h="13749782">
                  <a:moveTo>
                    <a:pt x="16891" y="0"/>
                  </a:moveTo>
                  <a:lnTo>
                    <a:pt x="626491" y="0"/>
                  </a:lnTo>
                  <a:cubicBezTo>
                    <a:pt x="635889" y="0"/>
                    <a:pt x="643382" y="7620"/>
                    <a:pt x="643382" y="16891"/>
                  </a:cubicBezTo>
                  <a:lnTo>
                    <a:pt x="643382" y="13732890"/>
                  </a:lnTo>
                  <a:cubicBezTo>
                    <a:pt x="643382" y="13742290"/>
                    <a:pt x="635762" y="13749782"/>
                    <a:pt x="626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26491" y="13716000"/>
                  </a:lnTo>
                  <a:lnTo>
                    <a:pt x="626491" y="13732890"/>
                  </a:lnTo>
                  <a:lnTo>
                    <a:pt x="609600" y="13732890"/>
                  </a:lnTo>
                  <a:lnTo>
                    <a:pt x="609600" y="16891"/>
                  </a:lnTo>
                  <a:lnTo>
                    <a:pt x="626491" y="16891"/>
                  </a:lnTo>
                  <a:lnTo>
                    <a:pt x="626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640080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42875"/>
              <a:ext cx="21945600" cy="1605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The Problem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1828800"/>
            <a:ext cx="16459200" cy="731520"/>
            <a:chOff x="0" y="0"/>
            <a:chExt cx="2194560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6B7280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Travel planning is fragmented, time-consuming, and overwhelming.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1703" y="2913383"/>
            <a:ext cx="8255003" cy="2768603"/>
            <a:chOff x="0" y="0"/>
            <a:chExt cx="11006671" cy="369147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0972800" cy="3657600"/>
            </a:xfrm>
            <a:custGeom>
              <a:avLst/>
              <a:gdLst/>
              <a:ahLst/>
              <a:cxnLst/>
              <a:rect l="l" t="t" r="r" b="b"/>
              <a:pathLst>
                <a:path w="10972800" h="36576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1006582" cy="3691382"/>
            </a:xfrm>
            <a:custGeom>
              <a:avLst/>
              <a:gdLst/>
              <a:ahLst/>
              <a:cxnLst/>
              <a:rect l="l" t="t" r="r" b="b"/>
              <a:pathLst>
                <a:path w="11006582" h="36913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74491"/>
                  </a:lnTo>
                  <a:cubicBezTo>
                    <a:pt x="11006582" y="3683889"/>
                    <a:pt x="10998962" y="3691382"/>
                    <a:pt x="10989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0989691" y="3657600"/>
                  </a:lnTo>
                  <a:lnTo>
                    <a:pt x="10989691" y="3674491"/>
                  </a:lnTo>
                  <a:lnTo>
                    <a:pt x="10972800" y="36744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8C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88720" y="3566160"/>
            <a:ext cx="914400" cy="914400"/>
            <a:chOff x="0" y="0"/>
            <a:chExt cx="1219200" cy="121920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377440" y="3200400"/>
            <a:ext cx="6400800" cy="694944"/>
            <a:chOff x="0" y="0"/>
            <a:chExt cx="8534400" cy="9265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Information Overload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77440" y="4023360"/>
            <a:ext cx="6400800" cy="1188720"/>
            <a:chOff x="0" y="0"/>
            <a:chExt cx="8534400" cy="15849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534400" cy="1584960"/>
            </a:xfrm>
            <a:custGeom>
              <a:avLst/>
              <a:gdLst/>
              <a:ahLst/>
              <a:cxnLst/>
              <a:rect l="l" t="t" r="r" b="b"/>
              <a:pathLst>
                <a:path w="8534400" h="1584960">
                  <a:moveTo>
                    <a:pt x="0" y="0"/>
                  </a:moveTo>
                  <a:lnTo>
                    <a:pt x="8534400" y="0"/>
                  </a:lnTo>
                  <a:lnTo>
                    <a:pt x="8534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53440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Dozens of tabs, apps &amp; blogs just to plan one trip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79943" y="2913383"/>
            <a:ext cx="8255003" cy="2768603"/>
            <a:chOff x="0" y="0"/>
            <a:chExt cx="11006671" cy="3691471"/>
          </a:xfrm>
        </p:grpSpPr>
        <p:sp>
          <p:nvSpPr>
            <p:cNvPr id="23" name="Freeform 23"/>
            <p:cNvSpPr/>
            <p:nvPr/>
          </p:nvSpPr>
          <p:spPr>
            <a:xfrm>
              <a:off x="16891" y="16891"/>
              <a:ext cx="10972800" cy="3657600"/>
            </a:xfrm>
            <a:custGeom>
              <a:avLst/>
              <a:gdLst/>
              <a:ahLst/>
              <a:cxnLst/>
              <a:rect l="l" t="t" r="r" b="b"/>
              <a:pathLst>
                <a:path w="10972800" h="36576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1006582" cy="3691382"/>
            </a:xfrm>
            <a:custGeom>
              <a:avLst/>
              <a:gdLst/>
              <a:ahLst/>
              <a:cxnLst/>
              <a:rect l="l" t="t" r="r" b="b"/>
              <a:pathLst>
                <a:path w="11006582" h="36913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74491"/>
                  </a:lnTo>
                  <a:cubicBezTo>
                    <a:pt x="11006582" y="3683889"/>
                    <a:pt x="10998962" y="3691382"/>
                    <a:pt x="10989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0989691" y="3657600"/>
                  </a:lnTo>
                  <a:lnTo>
                    <a:pt x="10989691" y="3674491"/>
                  </a:lnTo>
                  <a:lnTo>
                    <a:pt x="10972800" y="36744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8C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966960" y="3566160"/>
            <a:ext cx="914400" cy="914400"/>
            <a:chOff x="0" y="0"/>
            <a:chExt cx="1219200" cy="121920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1155680" y="3200400"/>
            <a:ext cx="6400800" cy="694944"/>
            <a:chOff x="0" y="0"/>
            <a:chExt cx="853440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No Budget Awareness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155680" y="4023360"/>
            <a:ext cx="6400800" cy="1188720"/>
            <a:chOff x="0" y="0"/>
            <a:chExt cx="8534400" cy="15849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534400" cy="1584960"/>
            </a:xfrm>
            <a:custGeom>
              <a:avLst/>
              <a:gdLst/>
              <a:ahLst/>
              <a:cxnLst/>
              <a:rect l="l" t="t" r="r" b="b"/>
              <a:pathLst>
                <a:path w="8534400" h="1584960">
                  <a:moveTo>
                    <a:pt x="0" y="0"/>
                  </a:moveTo>
                  <a:lnTo>
                    <a:pt x="8534400" y="0"/>
                  </a:lnTo>
                  <a:lnTo>
                    <a:pt x="8534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53440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Generic plans ignore real local cost structures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01703" y="6022343"/>
            <a:ext cx="8255003" cy="2768603"/>
            <a:chOff x="0" y="0"/>
            <a:chExt cx="11006671" cy="3691471"/>
          </a:xfrm>
        </p:grpSpPr>
        <p:sp>
          <p:nvSpPr>
            <p:cNvPr id="34" name="Freeform 34"/>
            <p:cNvSpPr/>
            <p:nvPr/>
          </p:nvSpPr>
          <p:spPr>
            <a:xfrm>
              <a:off x="16891" y="16891"/>
              <a:ext cx="10972800" cy="3657600"/>
            </a:xfrm>
            <a:custGeom>
              <a:avLst/>
              <a:gdLst/>
              <a:ahLst/>
              <a:cxnLst/>
              <a:rect l="l" t="t" r="r" b="b"/>
              <a:pathLst>
                <a:path w="10972800" h="36576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11006582" cy="3691382"/>
            </a:xfrm>
            <a:custGeom>
              <a:avLst/>
              <a:gdLst/>
              <a:ahLst/>
              <a:cxnLst/>
              <a:rect l="l" t="t" r="r" b="b"/>
              <a:pathLst>
                <a:path w="11006582" h="36913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74491"/>
                  </a:lnTo>
                  <a:cubicBezTo>
                    <a:pt x="11006582" y="3683889"/>
                    <a:pt x="10998962" y="3691382"/>
                    <a:pt x="10989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0989691" y="3657600"/>
                  </a:lnTo>
                  <a:lnTo>
                    <a:pt x="10989691" y="3674491"/>
                  </a:lnTo>
                  <a:lnTo>
                    <a:pt x="10972800" y="36744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188720" y="6675120"/>
            <a:ext cx="914400" cy="914400"/>
            <a:chOff x="0" y="0"/>
            <a:chExt cx="1219200" cy="1219200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2377440" y="6309360"/>
            <a:ext cx="6400800" cy="694944"/>
            <a:chOff x="0" y="0"/>
            <a:chExt cx="853440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Manual Effort Required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377440" y="7132320"/>
            <a:ext cx="6400800" cy="1188720"/>
            <a:chOff x="0" y="0"/>
            <a:chExt cx="8534400" cy="15849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534400" cy="1584960"/>
            </a:xfrm>
            <a:custGeom>
              <a:avLst/>
              <a:gdLst/>
              <a:ahLst/>
              <a:cxnLst/>
              <a:rect l="l" t="t" r="r" b="b"/>
              <a:pathLst>
                <a:path w="8534400" h="1584960">
                  <a:moveTo>
                    <a:pt x="0" y="0"/>
                  </a:moveTo>
                  <a:lnTo>
                    <a:pt x="8534400" y="0"/>
                  </a:lnTo>
                  <a:lnTo>
                    <a:pt x="8534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853440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No single tool links destination &amp; activities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79943" y="6022343"/>
            <a:ext cx="8255003" cy="2768603"/>
            <a:chOff x="0" y="0"/>
            <a:chExt cx="11006671" cy="3691471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10972800" cy="3657600"/>
            </a:xfrm>
            <a:custGeom>
              <a:avLst/>
              <a:gdLst/>
              <a:ahLst/>
              <a:cxnLst/>
              <a:rect l="l" t="t" r="r" b="b"/>
              <a:pathLst>
                <a:path w="10972800" h="3657600">
                  <a:moveTo>
                    <a:pt x="0" y="0"/>
                  </a:moveTo>
                  <a:lnTo>
                    <a:pt x="10972800" y="0"/>
                  </a:lnTo>
                  <a:lnTo>
                    <a:pt x="1097280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11006582" cy="3691382"/>
            </a:xfrm>
            <a:custGeom>
              <a:avLst/>
              <a:gdLst/>
              <a:ahLst/>
              <a:cxnLst/>
              <a:rect l="l" t="t" r="r" b="b"/>
              <a:pathLst>
                <a:path w="11006582" h="36913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74491"/>
                  </a:lnTo>
                  <a:cubicBezTo>
                    <a:pt x="11006582" y="3683889"/>
                    <a:pt x="10998962" y="3691382"/>
                    <a:pt x="1098969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10989691" y="3657600"/>
                  </a:lnTo>
                  <a:lnTo>
                    <a:pt x="10989691" y="3674491"/>
                  </a:lnTo>
                  <a:lnTo>
                    <a:pt x="10972800" y="36744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9966960" y="6675120"/>
            <a:ext cx="914400" cy="914400"/>
            <a:chOff x="0" y="0"/>
            <a:chExt cx="1219200" cy="1219200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1155680" y="6309360"/>
            <a:ext cx="6400800" cy="694944"/>
            <a:chOff x="0" y="0"/>
            <a:chExt cx="8534400" cy="92659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85344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One-Size-Fits-All Plans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155680" y="7132320"/>
            <a:ext cx="6400800" cy="1188720"/>
            <a:chOff x="0" y="0"/>
            <a:chExt cx="8534400" cy="15849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534400" cy="1584960"/>
            </a:xfrm>
            <a:custGeom>
              <a:avLst/>
              <a:gdLst/>
              <a:ahLst/>
              <a:cxnLst/>
              <a:rect l="l" t="t" r="r" b="b"/>
              <a:pathLst>
                <a:path w="8534400" h="1584960">
                  <a:moveTo>
                    <a:pt x="0" y="0"/>
                  </a:moveTo>
                  <a:lnTo>
                    <a:pt x="8534400" y="0"/>
                  </a:lnTo>
                  <a:lnTo>
                    <a:pt x="85344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919" b="-54919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8534400" cy="1623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Static templates fail to adapt to user preferences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>
            <a:off x="16953216" y="9795140"/>
            <a:ext cx="1206527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6" name="AutoShape 56"/>
          <p:cNvSpPr/>
          <p:nvPr/>
        </p:nvSpPr>
        <p:spPr>
          <a:xfrm flipH="1">
            <a:off x="613722" y="9852290"/>
            <a:ext cx="1032198" cy="5708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488443"/>
            <a:chOff x="0" y="0"/>
            <a:chExt cx="24417871" cy="19845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950720"/>
            </a:xfrm>
            <a:custGeom>
              <a:avLst/>
              <a:gdLst/>
              <a:ahLst/>
              <a:cxnLst/>
              <a:rect l="l" t="t" r="r" b="b"/>
              <a:pathLst>
                <a:path w="24383999" h="1950720">
                  <a:moveTo>
                    <a:pt x="0" y="0"/>
                  </a:moveTo>
                  <a:lnTo>
                    <a:pt x="24383999" y="0"/>
                  </a:lnTo>
                  <a:lnTo>
                    <a:pt x="2438399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984502"/>
            </a:xfrm>
            <a:custGeom>
              <a:avLst/>
              <a:gdLst/>
              <a:ahLst/>
              <a:cxnLst/>
              <a:rect l="l" t="t" r="r" b="b"/>
              <a:pathLst>
                <a:path w="24417782" h="19845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67611"/>
                  </a:lnTo>
                  <a:cubicBezTo>
                    <a:pt x="24417782" y="1977009"/>
                    <a:pt x="24410163" y="1984502"/>
                    <a:pt x="24400890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4400890" y="1950720"/>
                  </a:lnTo>
                  <a:lnTo>
                    <a:pt x="24400890" y="1967611"/>
                  </a:lnTo>
                  <a:lnTo>
                    <a:pt x="24384000" y="1967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182880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194560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Key Features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1703" y="1907543"/>
            <a:ext cx="11425017" cy="1415291"/>
            <a:chOff x="0" y="0"/>
            <a:chExt cx="15233357" cy="1887055"/>
          </a:xfrm>
        </p:grpSpPr>
        <p:sp>
          <p:nvSpPr>
            <p:cNvPr id="9" name="Freeform 9"/>
            <p:cNvSpPr/>
            <p:nvPr/>
          </p:nvSpPr>
          <p:spPr>
            <a:xfrm>
              <a:off x="11707" y="16891"/>
              <a:ext cx="15209880" cy="1853184"/>
            </a:xfrm>
            <a:custGeom>
              <a:avLst/>
              <a:gdLst/>
              <a:ahLst/>
              <a:cxnLst/>
              <a:rect l="l" t="t" r="r" b="b"/>
              <a:pathLst>
                <a:path w="15209880" h="1853184">
                  <a:moveTo>
                    <a:pt x="0" y="0"/>
                  </a:moveTo>
                  <a:lnTo>
                    <a:pt x="15209880" y="0"/>
                  </a:lnTo>
                  <a:lnTo>
                    <a:pt x="1520988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5233295" cy="1886966"/>
            </a:xfrm>
            <a:custGeom>
              <a:avLst/>
              <a:gdLst/>
              <a:ahLst/>
              <a:cxnLst/>
              <a:rect l="l" t="t" r="r" b="b"/>
              <a:pathLst>
                <a:path w="15233295" h="1886966">
                  <a:moveTo>
                    <a:pt x="11707" y="0"/>
                  </a:moveTo>
                  <a:lnTo>
                    <a:pt x="15221587" y="0"/>
                  </a:lnTo>
                  <a:cubicBezTo>
                    <a:pt x="15228103" y="0"/>
                    <a:pt x="15233295" y="7620"/>
                    <a:pt x="15233295" y="16891"/>
                  </a:cubicBezTo>
                  <a:lnTo>
                    <a:pt x="15233295" y="1870075"/>
                  </a:lnTo>
                  <a:cubicBezTo>
                    <a:pt x="15233295" y="1879473"/>
                    <a:pt x="15228015" y="1886966"/>
                    <a:pt x="15221587" y="1886966"/>
                  </a:cubicBezTo>
                  <a:lnTo>
                    <a:pt x="11707" y="1886966"/>
                  </a:lnTo>
                  <a:cubicBezTo>
                    <a:pt x="5193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5281" y="0"/>
                    <a:pt x="11707" y="0"/>
                  </a:cubicBezTo>
                  <a:moveTo>
                    <a:pt x="11707" y="33909"/>
                  </a:moveTo>
                  <a:lnTo>
                    <a:pt x="11707" y="16891"/>
                  </a:lnTo>
                  <a:lnTo>
                    <a:pt x="23501" y="16891"/>
                  </a:lnTo>
                  <a:lnTo>
                    <a:pt x="23501" y="1870075"/>
                  </a:lnTo>
                  <a:lnTo>
                    <a:pt x="11707" y="1870075"/>
                  </a:lnTo>
                  <a:lnTo>
                    <a:pt x="11707" y="1853184"/>
                  </a:lnTo>
                  <a:lnTo>
                    <a:pt x="15221587" y="1853184"/>
                  </a:lnTo>
                  <a:lnTo>
                    <a:pt x="15221587" y="1870075"/>
                  </a:lnTo>
                  <a:lnTo>
                    <a:pt x="15209881" y="1870075"/>
                  </a:lnTo>
                  <a:lnTo>
                    <a:pt x="15209881" y="16891"/>
                  </a:lnTo>
                  <a:lnTo>
                    <a:pt x="15221587" y="16891"/>
                  </a:lnTo>
                  <a:lnTo>
                    <a:pt x="15221587" y="33909"/>
                  </a:lnTo>
                  <a:lnTo>
                    <a:pt x="11707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84583" y="2145287"/>
            <a:ext cx="939803" cy="939803"/>
            <a:chOff x="0" y="0"/>
            <a:chExt cx="1253071" cy="125307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A6FF">
                <a:alpha val="63922"/>
              </a:srgb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88720" y="2194560"/>
            <a:ext cx="731520" cy="731520"/>
            <a:chOff x="0" y="0"/>
            <a:chExt cx="975360" cy="97536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286000" y="2066544"/>
            <a:ext cx="8229600" cy="581118"/>
            <a:chOff x="0" y="0"/>
            <a:chExt cx="10972800" cy="77482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0" cy="774824"/>
            </a:xfrm>
            <a:custGeom>
              <a:avLst/>
              <a:gdLst/>
              <a:ahLst/>
              <a:cxnLst/>
              <a:rect l="l" t="t" r="r" b="b"/>
              <a:pathLst>
                <a:path w="10972800" h="774824">
                  <a:moveTo>
                    <a:pt x="0" y="0"/>
                  </a:moveTo>
                  <a:lnTo>
                    <a:pt x="10972800" y="0"/>
                  </a:lnTo>
                  <a:lnTo>
                    <a:pt x="10972800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735" b="-22314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972800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Smart Itinerary Generation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86000" y="2651760"/>
            <a:ext cx="14813280" cy="548640"/>
            <a:chOff x="0" y="0"/>
            <a:chExt cx="1975104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751039" cy="731520"/>
            </a:xfrm>
            <a:custGeom>
              <a:avLst/>
              <a:gdLst/>
              <a:ahLst/>
              <a:cxnLst/>
              <a:rect l="l" t="t" r="r" b="b"/>
              <a:pathLst>
                <a:path w="19751039" h="731520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6096" b="-47609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97510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Day-by-day plans with places, activities &amp; local transport recommendations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47440" y="3553458"/>
            <a:ext cx="9842130" cy="1415291"/>
            <a:chOff x="0" y="0"/>
            <a:chExt cx="13122840" cy="1887055"/>
          </a:xfrm>
        </p:grpSpPr>
        <p:sp>
          <p:nvSpPr>
            <p:cNvPr id="23" name="Freeform 23"/>
            <p:cNvSpPr/>
            <p:nvPr/>
          </p:nvSpPr>
          <p:spPr>
            <a:xfrm>
              <a:off x="10085" y="16891"/>
              <a:ext cx="13102617" cy="1853184"/>
            </a:xfrm>
            <a:custGeom>
              <a:avLst/>
              <a:gdLst/>
              <a:ahLst/>
              <a:cxnLst/>
              <a:rect l="l" t="t" r="r" b="b"/>
              <a:pathLst>
                <a:path w="13102617" h="1853184">
                  <a:moveTo>
                    <a:pt x="0" y="0"/>
                  </a:moveTo>
                  <a:lnTo>
                    <a:pt x="13102617" y="0"/>
                  </a:lnTo>
                  <a:lnTo>
                    <a:pt x="13102617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13122788" cy="1886966"/>
            </a:xfrm>
            <a:custGeom>
              <a:avLst/>
              <a:gdLst/>
              <a:ahLst/>
              <a:cxnLst/>
              <a:rect l="l" t="t" r="r" b="b"/>
              <a:pathLst>
                <a:path w="13122788" h="1886966">
                  <a:moveTo>
                    <a:pt x="10085" y="0"/>
                  </a:moveTo>
                  <a:lnTo>
                    <a:pt x="13112702" y="0"/>
                  </a:lnTo>
                  <a:cubicBezTo>
                    <a:pt x="13118314" y="0"/>
                    <a:pt x="13122788" y="7620"/>
                    <a:pt x="13122788" y="16891"/>
                  </a:cubicBezTo>
                  <a:lnTo>
                    <a:pt x="13122788" y="1870075"/>
                  </a:lnTo>
                  <a:cubicBezTo>
                    <a:pt x="13122788" y="1879473"/>
                    <a:pt x="13118238" y="1886966"/>
                    <a:pt x="13112702" y="1886966"/>
                  </a:cubicBezTo>
                  <a:lnTo>
                    <a:pt x="10085" y="1886966"/>
                  </a:lnTo>
                  <a:cubicBezTo>
                    <a:pt x="4474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4550" y="0"/>
                    <a:pt x="10085" y="0"/>
                  </a:cubicBezTo>
                  <a:moveTo>
                    <a:pt x="10085" y="33909"/>
                  </a:moveTo>
                  <a:lnTo>
                    <a:pt x="10085" y="16891"/>
                  </a:lnTo>
                  <a:lnTo>
                    <a:pt x="20245" y="16891"/>
                  </a:lnTo>
                  <a:lnTo>
                    <a:pt x="20245" y="1870075"/>
                  </a:lnTo>
                  <a:lnTo>
                    <a:pt x="10085" y="1870075"/>
                  </a:lnTo>
                  <a:lnTo>
                    <a:pt x="10085" y="1853184"/>
                  </a:lnTo>
                  <a:lnTo>
                    <a:pt x="13112702" y="1853184"/>
                  </a:lnTo>
                  <a:lnTo>
                    <a:pt x="13112702" y="1870075"/>
                  </a:lnTo>
                  <a:lnTo>
                    <a:pt x="13102617" y="1870075"/>
                  </a:lnTo>
                  <a:lnTo>
                    <a:pt x="13102617" y="16891"/>
                  </a:lnTo>
                  <a:lnTo>
                    <a:pt x="13112702" y="16891"/>
                  </a:lnTo>
                  <a:lnTo>
                    <a:pt x="13112702" y="33909"/>
                  </a:lnTo>
                  <a:lnTo>
                    <a:pt x="10085" y="33909"/>
                  </a:lnTo>
                  <a:close/>
                </a:path>
              </a:pathLst>
            </a:custGeom>
            <a:solidFill>
              <a:srgbClr val="FFD8C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8204202" y="3699762"/>
            <a:ext cx="939803" cy="939803"/>
            <a:chOff x="0" y="0"/>
            <a:chExt cx="1253071" cy="125307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7A45">
                <a:alpha val="63922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362636" y="3858196"/>
            <a:ext cx="622935" cy="622935"/>
            <a:chOff x="0" y="0"/>
            <a:chExt cx="975360" cy="975360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376403" y="3751459"/>
            <a:ext cx="8229600" cy="581118"/>
            <a:chOff x="0" y="0"/>
            <a:chExt cx="10972800" cy="77482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72800" cy="774824"/>
            </a:xfrm>
            <a:custGeom>
              <a:avLst/>
              <a:gdLst/>
              <a:ahLst/>
              <a:cxnLst/>
              <a:rect l="l" t="t" r="r" b="b"/>
              <a:pathLst>
                <a:path w="10972800" h="774824">
                  <a:moveTo>
                    <a:pt x="0" y="0"/>
                  </a:moveTo>
                  <a:lnTo>
                    <a:pt x="10972800" y="0"/>
                  </a:lnTo>
                  <a:lnTo>
                    <a:pt x="10972800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735" b="-22314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10972800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Budget-Aware Planning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76403" y="4300099"/>
            <a:ext cx="14813280" cy="548640"/>
            <a:chOff x="0" y="0"/>
            <a:chExt cx="1975104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751039" cy="731520"/>
            </a:xfrm>
            <a:custGeom>
              <a:avLst/>
              <a:gdLst/>
              <a:ahLst/>
              <a:cxnLst/>
              <a:rect l="l" t="t" r="r" b="b"/>
              <a:pathLst>
                <a:path w="19751039" h="731520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6096" b="-47609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97510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₹500/day city-specific logic with cost-sensitive place suggestions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1703" y="5126231"/>
            <a:ext cx="10011725" cy="1415291"/>
            <a:chOff x="0" y="0"/>
            <a:chExt cx="13348967" cy="1887055"/>
          </a:xfrm>
        </p:grpSpPr>
        <p:sp>
          <p:nvSpPr>
            <p:cNvPr id="37" name="Freeform 37"/>
            <p:cNvSpPr/>
            <p:nvPr/>
          </p:nvSpPr>
          <p:spPr>
            <a:xfrm>
              <a:off x="10259" y="16891"/>
              <a:ext cx="13328395" cy="1853184"/>
            </a:xfrm>
            <a:custGeom>
              <a:avLst/>
              <a:gdLst/>
              <a:ahLst/>
              <a:cxnLst/>
              <a:rect l="l" t="t" r="r" b="b"/>
              <a:pathLst>
                <a:path w="13328395" h="1853184">
                  <a:moveTo>
                    <a:pt x="0" y="0"/>
                  </a:moveTo>
                  <a:lnTo>
                    <a:pt x="13328395" y="0"/>
                  </a:lnTo>
                  <a:lnTo>
                    <a:pt x="13328395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13348914" cy="1886966"/>
            </a:xfrm>
            <a:custGeom>
              <a:avLst/>
              <a:gdLst/>
              <a:ahLst/>
              <a:cxnLst/>
              <a:rect l="l" t="t" r="r" b="b"/>
              <a:pathLst>
                <a:path w="13348914" h="1886966">
                  <a:moveTo>
                    <a:pt x="10259" y="0"/>
                  </a:moveTo>
                  <a:lnTo>
                    <a:pt x="13338654" y="0"/>
                  </a:lnTo>
                  <a:cubicBezTo>
                    <a:pt x="13344362" y="0"/>
                    <a:pt x="13348914" y="7620"/>
                    <a:pt x="13348914" y="16891"/>
                  </a:cubicBezTo>
                  <a:lnTo>
                    <a:pt x="13348914" y="1870075"/>
                  </a:lnTo>
                  <a:cubicBezTo>
                    <a:pt x="13348914" y="1879473"/>
                    <a:pt x="13344286" y="1886966"/>
                    <a:pt x="13338654" y="1886966"/>
                  </a:cubicBezTo>
                  <a:lnTo>
                    <a:pt x="10259" y="1886966"/>
                  </a:lnTo>
                  <a:cubicBezTo>
                    <a:pt x="4551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4628" y="0"/>
                    <a:pt x="10259" y="0"/>
                  </a:cubicBezTo>
                  <a:moveTo>
                    <a:pt x="10259" y="33909"/>
                  </a:moveTo>
                  <a:lnTo>
                    <a:pt x="10259" y="16891"/>
                  </a:lnTo>
                  <a:lnTo>
                    <a:pt x="20594" y="16891"/>
                  </a:lnTo>
                  <a:lnTo>
                    <a:pt x="20594" y="1870075"/>
                  </a:lnTo>
                  <a:lnTo>
                    <a:pt x="10259" y="1870075"/>
                  </a:lnTo>
                  <a:lnTo>
                    <a:pt x="10259" y="1853184"/>
                  </a:lnTo>
                  <a:lnTo>
                    <a:pt x="13338654" y="1853184"/>
                  </a:lnTo>
                  <a:lnTo>
                    <a:pt x="13338654" y="1870075"/>
                  </a:lnTo>
                  <a:lnTo>
                    <a:pt x="13328396" y="1870075"/>
                  </a:lnTo>
                  <a:lnTo>
                    <a:pt x="13328396" y="16891"/>
                  </a:lnTo>
                  <a:lnTo>
                    <a:pt x="13338654" y="16891"/>
                  </a:lnTo>
                  <a:lnTo>
                    <a:pt x="13338654" y="33909"/>
                  </a:lnTo>
                  <a:lnTo>
                    <a:pt x="10259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084583" y="5363975"/>
            <a:ext cx="939803" cy="939803"/>
            <a:chOff x="0" y="0"/>
            <a:chExt cx="1253071" cy="1253071"/>
          </a:xfrm>
        </p:grpSpPr>
        <p:sp>
          <p:nvSpPr>
            <p:cNvPr id="40" name="Freeform 40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A6FF">
                <a:alpha val="63922"/>
              </a:srgbClr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188720" y="5413248"/>
            <a:ext cx="731520" cy="731520"/>
            <a:chOff x="0" y="0"/>
            <a:chExt cx="975360" cy="975360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2286000" y="5285232"/>
            <a:ext cx="8229600" cy="581118"/>
            <a:chOff x="0" y="0"/>
            <a:chExt cx="10972800" cy="77482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72800" cy="774824"/>
            </a:xfrm>
            <a:custGeom>
              <a:avLst/>
              <a:gdLst/>
              <a:ahLst/>
              <a:cxnLst/>
              <a:rect l="l" t="t" r="r" b="b"/>
              <a:pathLst>
                <a:path w="10972800" h="774824">
                  <a:moveTo>
                    <a:pt x="0" y="0"/>
                  </a:moveTo>
                  <a:lnTo>
                    <a:pt x="10972800" y="0"/>
                  </a:lnTo>
                  <a:lnTo>
                    <a:pt x="10972800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735" b="-223146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0972800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LLM Fallback Handling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86000" y="5870448"/>
            <a:ext cx="14813280" cy="548640"/>
            <a:chOff x="0" y="0"/>
            <a:chExt cx="1975104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751039" cy="731520"/>
            </a:xfrm>
            <a:custGeom>
              <a:avLst/>
              <a:gdLst/>
              <a:ahLst/>
              <a:cxnLst/>
              <a:rect l="l" t="t" r="r" b="b"/>
              <a:pathLst>
                <a:path w="19751039" h="731520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6096" b="-47609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97510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Rule-based parser first; LLM activates seamlessly when parsing fails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035463" y="6770122"/>
            <a:ext cx="9954107" cy="1415291"/>
            <a:chOff x="0" y="0"/>
            <a:chExt cx="13272143" cy="1887055"/>
          </a:xfrm>
        </p:grpSpPr>
        <p:sp>
          <p:nvSpPr>
            <p:cNvPr id="51" name="Freeform 51"/>
            <p:cNvSpPr/>
            <p:nvPr/>
          </p:nvSpPr>
          <p:spPr>
            <a:xfrm>
              <a:off x="10200" y="16891"/>
              <a:ext cx="13251690" cy="1853184"/>
            </a:xfrm>
            <a:custGeom>
              <a:avLst/>
              <a:gdLst/>
              <a:ahLst/>
              <a:cxnLst/>
              <a:rect l="l" t="t" r="r" b="b"/>
              <a:pathLst>
                <a:path w="13251690" h="1853184">
                  <a:moveTo>
                    <a:pt x="0" y="0"/>
                  </a:moveTo>
                  <a:lnTo>
                    <a:pt x="13251690" y="0"/>
                  </a:lnTo>
                  <a:lnTo>
                    <a:pt x="13251690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3272089" cy="1886966"/>
            </a:xfrm>
            <a:custGeom>
              <a:avLst/>
              <a:gdLst/>
              <a:ahLst/>
              <a:cxnLst/>
              <a:rect l="l" t="t" r="r" b="b"/>
              <a:pathLst>
                <a:path w="13272089" h="1886966">
                  <a:moveTo>
                    <a:pt x="10200" y="0"/>
                  </a:moveTo>
                  <a:lnTo>
                    <a:pt x="13261890" y="0"/>
                  </a:lnTo>
                  <a:cubicBezTo>
                    <a:pt x="13267565" y="0"/>
                    <a:pt x="13272089" y="7620"/>
                    <a:pt x="13272089" y="16891"/>
                  </a:cubicBezTo>
                  <a:lnTo>
                    <a:pt x="13272089" y="1870075"/>
                  </a:lnTo>
                  <a:cubicBezTo>
                    <a:pt x="13272089" y="1879473"/>
                    <a:pt x="13267488" y="1886966"/>
                    <a:pt x="13261890" y="1886966"/>
                  </a:cubicBezTo>
                  <a:lnTo>
                    <a:pt x="10200" y="1886966"/>
                  </a:lnTo>
                  <a:cubicBezTo>
                    <a:pt x="4525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4601" y="0"/>
                    <a:pt x="10200" y="0"/>
                  </a:cubicBezTo>
                  <a:moveTo>
                    <a:pt x="10200" y="33909"/>
                  </a:moveTo>
                  <a:lnTo>
                    <a:pt x="10200" y="16891"/>
                  </a:lnTo>
                  <a:lnTo>
                    <a:pt x="20476" y="16891"/>
                  </a:lnTo>
                  <a:lnTo>
                    <a:pt x="20476" y="1870075"/>
                  </a:lnTo>
                  <a:lnTo>
                    <a:pt x="10200" y="1870075"/>
                  </a:lnTo>
                  <a:lnTo>
                    <a:pt x="10200" y="1853184"/>
                  </a:lnTo>
                  <a:lnTo>
                    <a:pt x="13261890" y="1853184"/>
                  </a:lnTo>
                  <a:lnTo>
                    <a:pt x="13261890" y="1870075"/>
                  </a:lnTo>
                  <a:lnTo>
                    <a:pt x="13251690" y="1870075"/>
                  </a:lnTo>
                  <a:lnTo>
                    <a:pt x="13251690" y="16891"/>
                  </a:lnTo>
                  <a:lnTo>
                    <a:pt x="13261890" y="16891"/>
                  </a:lnTo>
                  <a:lnTo>
                    <a:pt x="13261890" y="33909"/>
                  </a:lnTo>
                  <a:lnTo>
                    <a:pt x="10200" y="33909"/>
                  </a:lnTo>
                  <a:close/>
                </a:path>
              </a:pathLst>
            </a:custGeom>
            <a:solidFill>
              <a:srgbClr val="FFD8C0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089897" y="6922522"/>
            <a:ext cx="939803" cy="939803"/>
            <a:chOff x="0" y="0"/>
            <a:chExt cx="1253071" cy="125307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7A45">
                <a:alpha val="63922"/>
              </a:srgbClr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8194038" y="7027297"/>
            <a:ext cx="731520" cy="731520"/>
            <a:chOff x="0" y="0"/>
            <a:chExt cx="975360" cy="975360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9029700" y="6857480"/>
            <a:ext cx="8229600" cy="581118"/>
            <a:chOff x="0" y="0"/>
            <a:chExt cx="10972800" cy="77482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972800" cy="774824"/>
            </a:xfrm>
            <a:custGeom>
              <a:avLst/>
              <a:gdLst/>
              <a:ahLst/>
              <a:cxnLst/>
              <a:rect l="l" t="t" r="r" b="b"/>
              <a:pathLst>
                <a:path w="10972800" h="774824">
                  <a:moveTo>
                    <a:pt x="0" y="0"/>
                  </a:moveTo>
                  <a:lnTo>
                    <a:pt x="10972800" y="0"/>
                  </a:lnTo>
                  <a:lnTo>
                    <a:pt x="10972800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735" b="-223146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10972800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Real-World API Integration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029700" y="7438598"/>
            <a:ext cx="14813280" cy="480268"/>
            <a:chOff x="0" y="0"/>
            <a:chExt cx="19751040" cy="64035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9751039" cy="640358"/>
            </a:xfrm>
            <a:custGeom>
              <a:avLst/>
              <a:gdLst/>
              <a:ahLst/>
              <a:cxnLst/>
              <a:rect l="l" t="t" r="r" b="b"/>
              <a:pathLst>
                <a:path w="19751039" h="640358">
                  <a:moveTo>
                    <a:pt x="0" y="0"/>
                  </a:moveTo>
                  <a:lnTo>
                    <a:pt x="19751039" y="0"/>
                  </a:lnTo>
                  <a:lnTo>
                    <a:pt x="19751039" y="640358"/>
                  </a:lnTo>
                  <a:lnTo>
                    <a:pt x="0" y="6403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3873" b="-55810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19751040" cy="6784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Live location data, travel recommendations &amp; images from external APIs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01703" y="8344919"/>
            <a:ext cx="10435713" cy="1415291"/>
            <a:chOff x="0" y="0"/>
            <a:chExt cx="13914284" cy="1887055"/>
          </a:xfrm>
        </p:grpSpPr>
        <p:sp>
          <p:nvSpPr>
            <p:cNvPr id="65" name="Freeform 65"/>
            <p:cNvSpPr/>
            <p:nvPr/>
          </p:nvSpPr>
          <p:spPr>
            <a:xfrm>
              <a:off x="10693" y="16891"/>
              <a:ext cx="13892841" cy="1853184"/>
            </a:xfrm>
            <a:custGeom>
              <a:avLst/>
              <a:gdLst/>
              <a:ahLst/>
              <a:cxnLst/>
              <a:rect l="l" t="t" r="r" b="b"/>
              <a:pathLst>
                <a:path w="13892841" h="1853184">
                  <a:moveTo>
                    <a:pt x="0" y="0"/>
                  </a:moveTo>
                  <a:lnTo>
                    <a:pt x="13892841" y="0"/>
                  </a:lnTo>
                  <a:lnTo>
                    <a:pt x="13892841" y="1853184"/>
                  </a:lnTo>
                  <a:lnTo>
                    <a:pt x="0" y="1853184"/>
                  </a:lnTo>
                  <a:close/>
                </a:path>
              </a:pathLst>
            </a:custGeom>
            <a:solidFill>
              <a:srgbClr val="F0F7FF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13914228" cy="1886966"/>
            </a:xfrm>
            <a:custGeom>
              <a:avLst/>
              <a:gdLst/>
              <a:ahLst/>
              <a:cxnLst/>
              <a:rect l="l" t="t" r="r" b="b"/>
              <a:pathLst>
                <a:path w="13914228" h="1886966">
                  <a:moveTo>
                    <a:pt x="10693" y="0"/>
                  </a:moveTo>
                  <a:lnTo>
                    <a:pt x="13903534" y="0"/>
                  </a:lnTo>
                  <a:cubicBezTo>
                    <a:pt x="13909484" y="0"/>
                    <a:pt x="13914228" y="7620"/>
                    <a:pt x="13914228" y="16891"/>
                  </a:cubicBezTo>
                  <a:lnTo>
                    <a:pt x="13914228" y="1870075"/>
                  </a:lnTo>
                  <a:cubicBezTo>
                    <a:pt x="13914228" y="1879473"/>
                    <a:pt x="13909404" y="1886966"/>
                    <a:pt x="13903534" y="1886966"/>
                  </a:cubicBezTo>
                  <a:lnTo>
                    <a:pt x="10693" y="1886966"/>
                  </a:lnTo>
                  <a:cubicBezTo>
                    <a:pt x="4744" y="1886966"/>
                    <a:pt x="0" y="1879346"/>
                    <a:pt x="0" y="1870075"/>
                  </a:cubicBezTo>
                  <a:lnTo>
                    <a:pt x="0" y="16891"/>
                  </a:lnTo>
                  <a:cubicBezTo>
                    <a:pt x="0" y="7620"/>
                    <a:pt x="4824" y="0"/>
                    <a:pt x="10693" y="0"/>
                  </a:cubicBezTo>
                  <a:moveTo>
                    <a:pt x="10693" y="33909"/>
                  </a:moveTo>
                  <a:lnTo>
                    <a:pt x="10693" y="16891"/>
                  </a:lnTo>
                  <a:lnTo>
                    <a:pt x="21466" y="16891"/>
                  </a:lnTo>
                  <a:lnTo>
                    <a:pt x="21466" y="1870075"/>
                  </a:lnTo>
                  <a:lnTo>
                    <a:pt x="10693" y="1870075"/>
                  </a:lnTo>
                  <a:lnTo>
                    <a:pt x="10693" y="1853184"/>
                  </a:lnTo>
                  <a:lnTo>
                    <a:pt x="13903534" y="1853184"/>
                  </a:lnTo>
                  <a:lnTo>
                    <a:pt x="13903534" y="1870075"/>
                  </a:lnTo>
                  <a:lnTo>
                    <a:pt x="13892842" y="1870075"/>
                  </a:lnTo>
                  <a:lnTo>
                    <a:pt x="13892842" y="16891"/>
                  </a:lnTo>
                  <a:lnTo>
                    <a:pt x="13903534" y="16891"/>
                  </a:lnTo>
                  <a:lnTo>
                    <a:pt x="13903534" y="33909"/>
                  </a:lnTo>
                  <a:lnTo>
                    <a:pt x="10693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084583" y="8582663"/>
            <a:ext cx="939803" cy="939803"/>
            <a:chOff x="0" y="0"/>
            <a:chExt cx="1253071" cy="1253071"/>
          </a:xfrm>
        </p:grpSpPr>
        <p:sp>
          <p:nvSpPr>
            <p:cNvPr id="68" name="Freeform 68"/>
            <p:cNvSpPr/>
            <p:nvPr/>
          </p:nvSpPr>
          <p:spPr>
            <a:xfrm>
              <a:off x="16891" y="16891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AA6FF">
                <a:alpha val="63922"/>
              </a:srgbClr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1253109" cy="1252982"/>
            </a:xfrm>
            <a:custGeom>
              <a:avLst/>
              <a:gdLst/>
              <a:ahLst/>
              <a:cxnLst/>
              <a:rect l="l" t="t" r="r" b="b"/>
              <a:pathLst>
                <a:path w="1253109" h="125298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70" name="Group 70"/>
          <p:cNvGrpSpPr/>
          <p:nvPr/>
        </p:nvGrpSpPr>
        <p:grpSpPr>
          <a:xfrm>
            <a:off x="1188720" y="8631936"/>
            <a:ext cx="731520" cy="731520"/>
            <a:chOff x="0" y="0"/>
            <a:chExt cx="975360" cy="975360"/>
          </a:xfrm>
        </p:grpSpPr>
        <p:sp>
          <p:nvSpPr>
            <p:cNvPr id="71" name="Freeform 71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2286000" y="8503920"/>
            <a:ext cx="8229600" cy="581118"/>
            <a:chOff x="0" y="0"/>
            <a:chExt cx="10972800" cy="77482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972800" cy="774824"/>
            </a:xfrm>
            <a:custGeom>
              <a:avLst/>
              <a:gdLst/>
              <a:ahLst/>
              <a:cxnLst/>
              <a:rect l="l" t="t" r="r" b="b"/>
              <a:pathLst>
                <a:path w="10972800" h="774824">
                  <a:moveTo>
                    <a:pt x="0" y="0"/>
                  </a:moveTo>
                  <a:lnTo>
                    <a:pt x="10972800" y="0"/>
                  </a:lnTo>
                  <a:lnTo>
                    <a:pt x="10972800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8735" b="-223146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57150"/>
              <a:ext cx="10972800" cy="831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Clean Streamlit UI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2286000" y="9089136"/>
            <a:ext cx="14813280" cy="548640"/>
            <a:chOff x="0" y="0"/>
            <a:chExt cx="19751040" cy="73152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9751039" cy="731520"/>
            </a:xfrm>
            <a:custGeom>
              <a:avLst/>
              <a:gdLst/>
              <a:ahLst/>
              <a:cxnLst/>
              <a:rect l="l" t="t" r="r" b="b"/>
              <a:pathLst>
                <a:path w="19751039" h="731520">
                  <a:moveTo>
                    <a:pt x="0" y="0"/>
                  </a:moveTo>
                  <a:lnTo>
                    <a:pt x="19751039" y="0"/>
                  </a:lnTo>
                  <a:lnTo>
                    <a:pt x="19751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6096" b="-476096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197510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80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Simple form inputs, structured itinerary display, fully responsive layout</a:t>
              </a:r>
            </a:p>
          </p:txBody>
        </p:sp>
      </p:grpSp>
      <p:sp>
        <p:nvSpPr>
          <p:cNvPr id="78" name="AutoShape 78"/>
          <p:cNvSpPr/>
          <p:nvPr/>
        </p:nvSpPr>
        <p:spPr>
          <a:xfrm>
            <a:off x="16783043" y="9893601"/>
            <a:ext cx="1206527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9" name="AutoShape 79"/>
          <p:cNvSpPr/>
          <p:nvPr/>
        </p:nvSpPr>
        <p:spPr>
          <a:xfrm flipH="1" flipV="1">
            <a:off x="298864" y="9905486"/>
            <a:ext cx="1205678" cy="45264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65760"/>
            <a:ext cx="16824960" cy="1097280"/>
            <a:chOff x="0" y="0"/>
            <a:chExt cx="2243328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33280" cy="1463040"/>
            </a:xfrm>
            <a:custGeom>
              <a:avLst/>
              <a:gdLst/>
              <a:ahLst/>
              <a:cxnLst/>
              <a:rect l="l" t="t" r="r" b="b"/>
              <a:pathLst>
                <a:path w="22433280" h="146304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243328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System Architecture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1486919"/>
            <a:ext cx="16850363" cy="116843"/>
            <a:chOff x="0" y="0"/>
            <a:chExt cx="22467151" cy="1557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2433280" cy="121920"/>
            </a:xfrm>
            <a:custGeom>
              <a:avLst/>
              <a:gdLst/>
              <a:ahLst/>
              <a:cxnLst/>
              <a:rect l="l" t="t" r="r" b="b"/>
              <a:pathLst>
                <a:path w="22433280" h="12192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467063" cy="155704"/>
            </a:xfrm>
            <a:custGeom>
              <a:avLst/>
              <a:gdLst/>
              <a:ahLst/>
              <a:cxnLst/>
              <a:rect l="l" t="t" r="r" b="b"/>
              <a:pathLst>
                <a:path w="22467063" h="155704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38811"/>
                  </a:lnTo>
                  <a:cubicBezTo>
                    <a:pt x="22467063" y="148209"/>
                    <a:pt x="22459443" y="155702"/>
                    <a:pt x="2245017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2450171" y="121920"/>
                  </a:lnTo>
                  <a:lnTo>
                    <a:pt x="22450171" y="138811"/>
                  </a:lnTo>
                  <a:lnTo>
                    <a:pt x="22433280" y="1388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38444" y="1998257"/>
            <a:ext cx="2997832" cy="2039687"/>
            <a:chOff x="0" y="0"/>
            <a:chExt cx="4196080" cy="2854960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4145280" cy="2804160"/>
            </a:xfrm>
            <a:custGeom>
              <a:avLst/>
              <a:gdLst/>
              <a:ahLst/>
              <a:cxnLst/>
              <a:rect l="l" t="t" r="r" b="b"/>
              <a:pathLst>
                <a:path w="4145280" h="2804160">
                  <a:moveTo>
                    <a:pt x="0" y="0"/>
                  </a:moveTo>
                  <a:lnTo>
                    <a:pt x="4145280" y="0"/>
                  </a:lnTo>
                  <a:lnTo>
                    <a:pt x="414528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196080" cy="2854960"/>
            </a:xfrm>
            <a:custGeom>
              <a:avLst/>
              <a:gdLst/>
              <a:ahLst/>
              <a:cxnLst/>
              <a:rect l="l" t="t" r="r" b="b"/>
              <a:pathLst>
                <a:path w="4196080" h="285496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829560"/>
                  </a:lnTo>
                  <a:cubicBezTo>
                    <a:pt x="4196080" y="2843530"/>
                    <a:pt x="4184650" y="2854960"/>
                    <a:pt x="417068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4170680" y="2804160"/>
                  </a:lnTo>
                  <a:lnTo>
                    <a:pt x="4170680" y="2829560"/>
                  </a:lnTo>
                  <a:lnTo>
                    <a:pt x="4145280" y="282956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48640" y="2194560"/>
            <a:ext cx="694944" cy="694944"/>
            <a:chOff x="0" y="0"/>
            <a:chExt cx="926592" cy="92659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65760" y="2157984"/>
            <a:ext cx="3108960" cy="914400"/>
            <a:chOff x="0" y="0"/>
            <a:chExt cx="4145280" cy="121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45280" cy="1219200"/>
            </a:xfrm>
            <a:custGeom>
              <a:avLst/>
              <a:gdLst/>
              <a:ahLst/>
              <a:cxnLst/>
              <a:rect l="l" t="t" r="r" b="b"/>
              <a:pathLst>
                <a:path w="4145280" h="1219200">
                  <a:moveTo>
                    <a:pt x="0" y="0"/>
                  </a:moveTo>
                  <a:lnTo>
                    <a:pt x="4145280" y="0"/>
                  </a:lnTo>
                  <a:lnTo>
                    <a:pt x="4145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249" b="-1624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14528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User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Input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5760" y="3328416"/>
            <a:ext cx="3108960" cy="640080"/>
            <a:chOff x="0" y="0"/>
            <a:chExt cx="4145280" cy="8534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45280" cy="853440"/>
            </a:xfrm>
            <a:custGeom>
              <a:avLst/>
              <a:gdLst/>
              <a:ahLst/>
              <a:cxnLst/>
              <a:rect l="l" t="t" r="r" b="b"/>
              <a:pathLst>
                <a:path w="4145280" h="853440">
                  <a:moveTo>
                    <a:pt x="0" y="0"/>
                  </a:moveTo>
                  <a:lnTo>
                    <a:pt x="4145280" y="0"/>
                  </a:lnTo>
                  <a:lnTo>
                    <a:pt x="4145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641" b="-4464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14528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Text / Form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04604" y="2062078"/>
            <a:ext cx="3072788" cy="1975866"/>
            <a:chOff x="0" y="0"/>
            <a:chExt cx="4439920" cy="2854960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4389120" cy="2804160"/>
            </a:xfrm>
            <a:custGeom>
              <a:avLst/>
              <a:gdLst/>
              <a:ahLst/>
              <a:cxnLst/>
              <a:rect l="l" t="t" r="r" b="b"/>
              <a:pathLst>
                <a:path w="4389120" h="2804160">
                  <a:moveTo>
                    <a:pt x="0" y="0"/>
                  </a:moveTo>
                  <a:lnTo>
                    <a:pt x="4389120" y="0"/>
                  </a:lnTo>
                  <a:lnTo>
                    <a:pt x="43891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439920" cy="2854960"/>
            </a:xfrm>
            <a:custGeom>
              <a:avLst/>
              <a:gdLst/>
              <a:ahLst/>
              <a:cxnLst/>
              <a:rect l="l" t="t" r="r" b="b"/>
              <a:pathLst>
                <a:path w="4439920" h="2854960">
                  <a:moveTo>
                    <a:pt x="25400" y="0"/>
                  </a:moveTo>
                  <a:lnTo>
                    <a:pt x="4414520" y="0"/>
                  </a:lnTo>
                  <a:cubicBezTo>
                    <a:pt x="4428490" y="0"/>
                    <a:pt x="4439920" y="11430"/>
                    <a:pt x="4439920" y="25400"/>
                  </a:cubicBezTo>
                  <a:lnTo>
                    <a:pt x="4439920" y="2829560"/>
                  </a:lnTo>
                  <a:cubicBezTo>
                    <a:pt x="4439920" y="2843530"/>
                    <a:pt x="4428490" y="2854960"/>
                    <a:pt x="441452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4414520" y="2804160"/>
                  </a:lnTo>
                  <a:lnTo>
                    <a:pt x="4414520" y="2829560"/>
                  </a:lnTo>
                  <a:lnTo>
                    <a:pt x="4389120" y="2829560"/>
                  </a:lnTo>
                  <a:lnTo>
                    <a:pt x="4389120" y="25400"/>
                  </a:lnTo>
                  <a:lnTo>
                    <a:pt x="4414520" y="25400"/>
                  </a:lnTo>
                  <a:lnTo>
                    <a:pt x="4414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ED7A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114800" y="2194560"/>
            <a:ext cx="694944" cy="694944"/>
            <a:chOff x="0" y="0"/>
            <a:chExt cx="926592" cy="926592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3931920" y="2157984"/>
            <a:ext cx="3291840" cy="914400"/>
            <a:chOff x="0" y="0"/>
            <a:chExt cx="438912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Rule-Based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Parser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47122" y="3123468"/>
            <a:ext cx="3291840" cy="640080"/>
            <a:chOff x="0" y="0"/>
            <a:chExt cx="4389120" cy="853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389120" cy="853440"/>
            </a:xfrm>
            <a:custGeom>
              <a:avLst/>
              <a:gdLst/>
              <a:ahLst/>
              <a:cxnLst/>
              <a:rect l="l" t="t" r="r" b="b"/>
              <a:pathLst>
                <a:path w="4389120" h="85344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208" b="-5020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3891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Regex + Logic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70470" y="2113086"/>
            <a:ext cx="3142612" cy="2020764"/>
            <a:chOff x="0" y="0"/>
            <a:chExt cx="4439920" cy="2854960"/>
          </a:xfrm>
        </p:grpSpPr>
        <p:sp>
          <p:nvSpPr>
            <p:cNvPr id="31" name="Freeform 31"/>
            <p:cNvSpPr/>
            <p:nvPr/>
          </p:nvSpPr>
          <p:spPr>
            <a:xfrm>
              <a:off x="25400" y="25400"/>
              <a:ext cx="4389120" cy="2804160"/>
            </a:xfrm>
            <a:custGeom>
              <a:avLst/>
              <a:gdLst/>
              <a:ahLst/>
              <a:cxnLst/>
              <a:rect l="l" t="t" r="r" b="b"/>
              <a:pathLst>
                <a:path w="4389120" h="2804160">
                  <a:moveTo>
                    <a:pt x="0" y="0"/>
                  </a:moveTo>
                  <a:lnTo>
                    <a:pt x="4389120" y="0"/>
                  </a:lnTo>
                  <a:lnTo>
                    <a:pt x="43891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4439920" cy="2854960"/>
            </a:xfrm>
            <a:custGeom>
              <a:avLst/>
              <a:gdLst/>
              <a:ahLst/>
              <a:cxnLst/>
              <a:rect l="l" t="t" r="r" b="b"/>
              <a:pathLst>
                <a:path w="4439920" h="2854960">
                  <a:moveTo>
                    <a:pt x="25400" y="0"/>
                  </a:moveTo>
                  <a:lnTo>
                    <a:pt x="4414520" y="0"/>
                  </a:lnTo>
                  <a:cubicBezTo>
                    <a:pt x="4428490" y="0"/>
                    <a:pt x="4439920" y="11430"/>
                    <a:pt x="4439920" y="25400"/>
                  </a:cubicBezTo>
                  <a:lnTo>
                    <a:pt x="4439920" y="2829560"/>
                  </a:lnTo>
                  <a:cubicBezTo>
                    <a:pt x="4439920" y="2843530"/>
                    <a:pt x="4428490" y="2854960"/>
                    <a:pt x="441452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4414520" y="2804160"/>
                  </a:lnTo>
                  <a:lnTo>
                    <a:pt x="4414520" y="2829560"/>
                  </a:lnTo>
                  <a:lnTo>
                    <a:pt x="4389120" y="2829560"/>
                  </a:lnTo>
                  <a:lnTo>
                    <a:pt x="4389120" y="25400"/>
                  </a:lnTo>
                  <a:lnTo>
                    <a:pt x="4414520" y="25400"/>
                  </a:lnTo>
                  <a:lnTo>
                    <a:pt x="4414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86EFAC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7772400" y="2194560"/>
            <a:ext cx="694944" cy="694944"/>
            <a:chOff x="0" y="0"/>
            <a:chExt cx="926592" cy="926592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7589520" y="2157984"/>
            <a:ext cx="3291840" cy="914400"/>
            <a:chOff x="0" y="0"/>
            <a:chExt cx="4389120" cy="12192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LLM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Fallback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04722" y="3123468"/>
            <a:ext cx="3291840" cy="640080"/>
            <a:chOff x="0" y="0"/>
            <a:chExt cx="4389120" cy="8534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389120" cy="853440"/>
            </a:xfrm>
            <a:custGeom>
              <a:avLst/>
              <a:gdLst/>
              <a:ahLst/>
              <a:cxnLst/>
              <a:rect l="l" t="t" r="r" b="b"/>
              <a:pathLst>
                <a:path w="4389120" h="85344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208" b="-5020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43891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JSON Extraction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228070" y="2194560"/>
            <a:ext cx="3015907" cy="1939290"/>
            <a:chOff x="0" y="0"/>
            <a:chExt cx="4439920" cy="2854960"/>
          </a:xfrm>
        </p:grpSpPr>
        <p:sp>
          <p:nvSpPr>
            <p:cNvPr id="42" name="Freeform 42"/>
            <p:cNvSpPr/>
            <p:nvPr/>
          </p:nvSpPr>
          <p:spPr>
            <a:xfrm>
              <a:off x="25400" y="25400"/>
              <a:ext cx="4389120" cy="2804160"/>
            </a:xfrm>
            <a:custGeom>
              <a:avLst/>
              <a:gdLst/>
              <a:ahLst/>
              <a:cxnLst/>
              <a:rect l="l" t="t" r="r" b="b"/>
              <a:pathLst>
                <a:path w="4389120" h="2804160">
                  <a:moveTo>
                    <a:pt x="0" y="0"/>
                  </a:moveTo>
                  <a:lnTo>
                    <a:pt x="4389120" y="0"/>
                  </a:lnTo>
                  <a:lnTo>
                    <a:pt x="438912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DF4F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4439920" cy="2854960"/>
            </a:xfrm>
            <a:custGeom>
              <a:avLst/>
              <a:gdLst/>
              <a:ahLst/>
              <a:cxnLst/>
              <a:rect l="l" t="t" r="r" b="b"/>
              <a:pathLst>
                <a:path w="4439920" h="2854960">
                  <a:moveTo>
                    <a:pt x="25400" y="0"/>
                  </a:moveTo>
                  <a:lnTo>
                    <a:pt x="4414520" y="0"/>
                  </a:lnTo>
                  <a:cubicBezTo>
                    <a:pt x="4428490" y="0"/>
                    <a:pt x="4439920" y="11430"/>
                    <a:pt x="4439920" y="25400"/>
                  </a:cubicBezTo>
                  <a:lnTo>
                    <a:pt x="4439920" y="2829560"/>
                  </a:lnTo>
                  <a:cubicBezTo>
                    <a:pt x="4439920" y="2843530"/>
                    <a:pt x="4428490" y="2854960"/>
                    <a:pt x="441452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4414520" y="2804160"/>
                  </a:lnTo>
                  <a:lnTo>
                    <a:pt x="4414520" y="2829560"/>
                  </a:lnTo>
                  <a:lnTo>
                    <a:pt x="4389120" y="2829560"/>
                  </a:lnTo>
                  <a:lnTo>
                    <a:pt x="4389120" y="25400"/>
                  </a:lnTo>
                  <a:lnTo>
                    <a:pt x="4414520" y="25400"/>
                  </a:lnTo>
                  <a:lnTo>
                    <a:pt x="4414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430000" y="2194560"/>
            <a:ext cx="694944" cy="694944"/>
            <a:chOff x="0" y="0"/>
            <a:chExt cx="926592" cy="926592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1247120" y="2157984"/>
            <a:ext cx="3291840" cy="914400"/>
            <a:chOff x="0" y="0"/>
            <a:chExt cx="438912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389120" cy="1219200"/>
            </a:xfrm>
            <a:custGeom>
              <a:avLst/>
              <a:gdLst/>
              <a:ahLst/>
              <a:cxnLst/>
              <a:rect l="l" t="t" r="r" b="b"/>
              <a:pathLst>
                <a:path w="4389120" h="121920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146" b="-2014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38912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MCP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Layer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247120" y="3328416"/>
            <a:ext cx="3291840" cy="640080"/>
            <a:chOff x="0" y="0"/>
            <a:chExt cx="4389120" cy="8534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0" cy="853440"/>
            </a:xfrm>
            <a:custGeom>
              <a:avLst/>
              <a:gdLst/>
              <a:ahLst/>
              <a:cxnLst/>
              <a:rect l="l" t="t" r="r" b="b"/>
              <a:pathLst>
                <a:path w="4389120" h="853440">
                  <a:moveTo>
                    <a:pt x="0" y="0"/>
                  </a:moveTo>
                  <a:lnTo>
                    <a:pt x="4389120" y="0"/>
                  </a:lnTo>
                  <a:lnTo>
                    <a:pt x="4389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208" b="-5020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438912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Tool Orchestration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5046071" y="2059376"/>
            <a:ext cx="2895219" cy="2028819"/>
            <a:chOff x="0" y="0"/>
            <a:chExt cx="4074160" cy="2854960"/>
          </a:xfrm>
        </p:grpSpPr>
        <p:sp>
          <p:nvSpPr>
            <p:cNvPr id="53" name="Freeform 53"/>
            <p:cNvSpPr/>
            <p:nvPr/>
          </p:nvSpPr>
          <p:spPr>
            <a:xfrm>
              <a:off x="25400" y="25400"/>
              <a:ext cx="4023360" cy="2804160"/>
            </a:xfrm>
            <a:custGeom>
              <a:avLst/>
              <a:gdLst/>
              <a:ahLst/>
              <a:cxnLst/>
              <a:rect l="l" t="t" r="r" b="b"/>
              <a:pathLst>
                <a:path w="4023360" h="2804160">
                  <a:moveTo>
                    <a:pt x="0" y="0"/>
                  </a:moveTo>
                  <a:lnTo>
                    <a:pt x="4023360" y="0"/>
                  </a:lnTo>
                  <a:lnTo>
                    <a:pt x="40233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1F2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4074160" cy="2854960"/>
            </a:xfrm>
            <a:custGeom>
              <a:avLst/>
              <a:gdLst/>
              <a:ahLst/>
              <a:cxnLst/>
              <a:rect l="l" t="t" r="r" b="b"/>
              <a:pathLst>
                <a:path w="4074160" h="2854960">
                  <a:moveTo>
                    <a:pt x="25400" y="0"/>
                  </a:moveTo>
                  <a:lnTo>
                    <a:pt x="4048760" y="0"/>
                  </a:lnTo>
                  <a:cubicBezTo>
                    <a:pt x="4062730" y="0"/>
                    <a:pt x="4074160" y="11430"/>
                    <a:pt x="4074160" y="25400"/>
                  </a:cubicBezTo>
                  <a:lnTo>
                    <a:pt x="4074160" y="2829560"/>
                  </a:lnTo>
                  <a:cubicBezTo>
                    <a:pt x="4074160" y="2843530"/>
                    <a:pt x="4062730" y="2854960"/>
                    <a:pt x="4048760" y="2854960"/>
                  </a:cubicBezTo>
                  <a:lnTo>
                    <a:pt x="25400" y="2854960"/>
                  </a:lnTo>
                  <a:cubicBezTo>
                    <a:pt x="11430" y="2854960"/>
                    <a:pt x="0" y="2843530"/>
                    <a:pt x="0" y="28295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829560"/>
                  </a:lnTo>
                  <a:lnTo>
                    <a:pt x="25400" y="2829560"/>
                  </a:lnTo>
                  <a:lnTo>
                    <a:pt x="25400" y="2804160"/>
                  </a:lnTo>
                  <a:lnTo>
                    <a:pt x="4048760" y="2804160"/>
                  </a:lnTo>
                  <a:lnTo>
                    <a:pt x="4048760" y="2829560"/>
                  </a:lnTo>
                  <a:lnTo>
                    <a:pt x="4023360" y="2829560"/>
                  </a:lnTo>
                  <a:lnTo>
                    <a:pt x="4023360" y="25400"/>
                  </a:lnTo>
                  <a:lnTo>
                    <a:pt x="4048760" y="25400"/>
                  </a:lnTo>
                  <a:lnTo>
                    <a:pt x="40487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CA5A5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5087600" y="2194560"/>
            <a:ext cx="694944" cy="694944"/>
            <a:chOff x="0" y="0"/>
            <a:chExt cx="926592" cy="926592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4904720" y="2157984"/>
            <a:ext cx="3017520" cy="914400"/>
            <a:chOff x="0" y="0"/>
            <a:chExt cx="4023360" cy="1219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023360" cy="1219200"/>
            </a:xfrm>
            <a:custGeom>
              <a:avLst/>
              <a:gdLst/>
              <a:ahLst/>
              <a:cxnLst/>
              <a:rect l="l" t="t" r="r" b="b"/>
              <a:pathLst>
                <a:path w="4023360" h="1219200">
                  <a:moveTo>
                    <a:pt x="0" y="0"/>
                  </a:moveTo>
                  <a:lnTo>
                    <a:pt x="4023360" y="0"/>
                  </a:lnTo>
                  <a:lnTo>
                    <a:pt x="4023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00" b="-14300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02336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APIs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904720" y="3328416"/>
            <a:ext cx="3017520" cy="640080"/>
            <a:chOff x="0" y="0"/>
            <a:chExt cx="4023360" cy="8534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023360" cy="853440"/>
            </a:xfrm>
            <a:custGeom>
              <a:avLst/>
              <a:gdLst/>
              <a:ahLst/>
              <a:cxnLst/>
              <a:rect l="l" t="t" r="r" b="b"/>
              <a:pathLst>
                <a:path w="4023360" h="853440">
                  <a:moveTo>
                    <a:pt x="0" y="0"/>
                  </a:moveTo>
                  <a:lnTo>
                    <a:pt x="4023360" y="0"/>
                  </a:lnTo>
                  <a:lnTo>
                    <a:pt x="40233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858" b="-41858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402336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Loc · Img · Recs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50230" y="3053334"/>
            <a:ext cx="38100" cy="1135380"/>
            <a:chOff x="0" y="0"/>
            <a:chExt cx="50800" cy="1513840"/>
          </a:xfrm>
        </p:grpSpPr>
        <p:sp>
          <p:nvSpPr>
            <p:cNvPr id="64" name="Freeform 64"/>
            <p:cNvSpPr/>
            <p:nvPr/>
          </p:nvSpPr>
          <p:spPr>
            <a:xfrm>
              <a:off x="0" y="25400"/>
              <a:ext cx="50800" cy="1463040"/>
            </a:xfrm>
            <a:custGeom>
              <a:avLst/>
              <a:gdLst/>
              <a:ahLst/>
              <a:cxnLst/>
              <a:rect l="l" t="t" r="r" b="b"/>
              <a:pathLst>
                <a:path w="50800" h="1463040">
                  <a:moveTo>
                    <a:pt x="50800" y="355600"/>
                  </a:moveTo>
                  <a:lnTo>
                    <a:pt x="50800" y="508000"/>
                  </a:lnTo>
                  <a:lnTo>
                    <a:pt x="0" y="508000"/>
                  </a:lnTo>
                  <a:lnTo>
                    <a:pt x="0" y="355600"/>
                  </a:lnTo>
                  <a:close/>
                  <a:moveTo>
                    <a:pt x="50800" y="711200"/>
                  </a:moveTo>
                  <a:lnTo>
                    <a:pt x="50800" y="863600"/>
                  </a:lnTo>
                  <a:lnTo>
                    <a:pt x="0" y="863600"/>
                  </a:lnTo>
                  <a:lnTo>
                    <a:pt x="0" y="711200"/>
                  </a:lnTo>
                  <a:close/>
                  <a:moveTo>
                    <a:pt x="50800" y="1066800"/>
                  </a:moveTo>
                  <a:lnTo>
                    <a:pt x="50800" y="1219200"/>
                  </a:lnTo>
                  <a:lnTo>
                    <a:pt x="0" y="1219200"/>
                  </a:lnTo>
                  <a:lnTo>
                    <a:pt x="0" y="1066800"/>
                  </a:lnTo>
                  <a:close/>
                  <a:moveTo>
                    <a:pt x="0" y="1422400"/>
                  </a:moveTo>
                  <a:lnTo>
                    <a:pt x="0" y="1463040"/>
                  </a:lnTo>
                  <a:lnTo>
                    <a:pt x="0" y="1422400"/>
                  </a:lnTo>
                  <a:close/>
                  <a:moveTo>
                    <a:pt x="50800" y="0"/>
                  </a:moveTo>
                  <a:lnTo>
                    <a:pt x="50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5650230" y="4150614"/>
            <a:ext cx="2049780" cy="38100"/>
            <a:chOff x="0" y="0"/>
            <a:chExt cx="2733040" cy="50800"/>
          </a:xfrm>
        </p:grpSpPr>
        <p:sp>
          <p:nvSpPr>
            <p:cNvPr id="66" name="Freeform 66"/>
            <p:cNvSpPr/>
            <p:nvPr/>
          </p:nvSpPr>
          <p:spPr>
            <a:xfrm>
              <a:off x="25400" y="0"/>
              <a:ext cx="2641600" cy="50800"/>
            </a:xfrm>
            <a:custGeom>
              <a:avLst/>
              <a:gdLst/>
              <a:ahLst/>
              <a:cxnLst/>
              <a:rect l="l" t="t" r="r" b="b"/>
              <a:pathLst>
                <a:path w="2641600" h="50800">
                  <a:moveTo>
                    <a:pt x="355600" y="0"/>
                  </a:moveTo>
                  <a:lnTo>
                    <a:pt x="508000" y="0"/>
                  </a:lnTo>
                  <a:lnTo>
                    <a:pt x="508000" y="50800"/>
                  </a:lnTo>
                  <a:lnTo>
                    <a:pt x="355600" y="50800"/>
                  </a:lnTo>
                  <a:close/>
                  <a:moveTo>
                    <a:pt x="711200" y="0"/>
                  </a:moveTo>
                  <a:lnTo>
                    <a:pt x="863600" y="0"/>
                  </a:lnTo>
                  <a:lnTo>
                    <a:pt x="863600" y="50800"/>
                  </a:lnTo>
                  <a:lnTo>
                    <a:pt x="711200" y="50800"/>
                  </a:lnTo>
                  <a:close/>
                  <a:moveTo>
                    <a:pt x="1066800" y="0"/>
                  </a:moveTo>
                  <a:lnTo>
                    <a:pt x="1219200" y="0"/>
                  </a:lnTo>
                  <a:lnTo>
                    <a:pt x="1219200" y="50800"/>
                  </a:lnTo>
                  <a:lnTo>
                    <a:pt x="1066800" y="50800"/>
                  </a:lnTo>
                  <a:close/>
                  <a:moveTo>
                    <a:pt x="1422400" y="50800"/>
                  </a:moveTo>
                  <a:lnTo>
                    <a:pt x="1574800" y="50800"/>
                  </a:lnTo>
                  <a:lnTo>
                    <a:pt x="1422400" y="50800"/>
                  </a:lnTo>
                  <a:close/>
                  <a:moveTo>
                    <a:pt x="1778000" y="50800"/>
                  </a:moveTo>
                  <a:lnTo>
                    <a:pt x="1930400" y="50800"/>
                  </a:lnTo>
                  <a:lnTo>
                    <a:pt x="1778000" y="50800"/>
                  </a:lnTo>
                  <a:close/>
                  <a:moveTo>
                    <a:pt x="2133600" y="50800"/>
                  </a:moveTo>
                  <a:lnTo>
                    <a:pt x="2286000" y="50800"/>
                  </a:lnTo>
                  <a:lnTo>
                    <a:pt x="2133600" y="50800"/>
                  </a:lnTo>
                  <a:close/>
                  <a:moveTo>
                    <a:pt x="2489200" y="50800"/>
                  </a:moveTo>
                  <a:lnTo>
                    <a:pt x="2641600" y="50800"/>
                  </a:lnTo>
                  <a:lnTo>
                    <a:pt x="2489200" y="50800"/>
                  </a:lnTo>
                  <a:close/>
                  <a:moveTo>
                    <a:pt x="0" y="0"/>
                  </a:moveTo>
                  <a:lnTo>
                    <a:pt x="152400" y="0"/>
                  </a:lnTo>
                  <a:lnTo>
                    <a:pt x="1524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5705856" y="4169664"/>
            <a:ext cx="1828800" cy="512064"/>
            <a:chOff x="0" y="0"/>
            <a:chExt cx="2438400" cy="68275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438400" cy="682752"/>
            </a:xfrm>
            <a:custGeom>
              <a:avLst/>
              <a:gdLst/>
              <a:ahLst/>
              <a:cxnLst/>
              <a:rect l="l" t="t" r="r" b="b"/>
              <a:pathLst>
                <a:path w="2438400" h="682752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89" b="-19589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24384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i="1">
                  <a:solidFill>
                    <a:srgbClr val="FF7A45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Fallback ↓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067550" y="5351778"/>
            <a:ext cx="4610100" cy="1135380"/>
            <a:chOff x="0" y="0"/>
            <a:chExt cx="6146800" cy="1513840"/>
          </a:xfrm>
        </p:grpSpPr>
        <p:sp>
          <p:nvSpPr>
            <p:cNvPr id="71" name="Freeform 71"/>
            <p:cNvSpPr/>
            <p:nvPr/>
          </p:nvSpPr>
          <p:spPr>
            <a:xfrm>
              <a:off x="25400" y="25400"/>
              <a:ext cx="6096000" cy="1463040"/>
            </a:xfrm>
            <a:custGeom>
              <a:avLst/>
              <a:gdLst/>
              <a:ahLst/>
              <a:cxnLst/>
              <a:rect l="l" t="t" r="r" b="b"/>
              <a:pathLst>
                <a:path w="6096000" h="146304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ECFDF5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6146800" cy="1513840"/>
            </a:xfrm>
            <a:custGeom>
              <a:avLst/>
              <a:gdLst/>
              <a:ahLst/>
              <a:cxnLst/>
              <a:rect l="l" t="t" r="r" b="b"/>
              <a:pathLst>
                <a:path w="6146800" h="1513840">
                  <a:moveTo>
                    <a:pt x="25400" y="0"/>
                  </a:moveTo>
                  <a:lnTo>
                    <a:pt x="6121400" y="0"/>
                  </a:lnTo>
                  <a:cubicBezTo>
                    <a:pt x="6135370" y="0"/>
                    <a:pt x="6146800" y="11430"/>
                    <a:pt x="6146800" y="25400"/>
                  </a:cubicBezTo>
                  <a:lnTo>
                    <a:pt x="6146800" y="1488440"/>
                  </a:lnTo>
                  <a:cubicBezTo>
                    <a:pt x="6146800" y="1502410"/>
                    <a:pt x="6135370" y="1513840"/>
                    <a:pt x="6121400" y="1513840"/>
                  </a:cubicBezTo>
                  <a:lnTo>
                    <a:pt x="25400" y="1513840"/>
                  </a:lnTo>
                  <a:cubicBezTo>
                    <a:pt x="11430" y="1513840"/>
                    <a:pt x="0" y="1502410"/>
                    <a:pt x="0" y="14884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488440"/>
                  </a:lnTo>
                  <a:lnTo>
                    <a:pt x="25400" y="1488440"/>
                  </a:lnTo>
                  <a:lnTo>
                    <a:pt x="25400" y="1463040"/>
                  </a:lnTo>
                  <a:lnTo>
                    <a:pt x="6121400" y="1463040"/>
                  </a:lnTo>
                  <a:lnTo>
                    <a:pt x="6121400" y="1488440"/>
                  </a:lnTo>
                  <a:lnTo>
                    <a:pt x="6096000" y="1488440"/>
                  </a:lnTo>
                  <a:lnTo>
                    <a:pt x="6096000" y="25400"/>
                  </a:lnTo>
                  <a:lnTo>
                    <a:pt x="6121400" y="25400"/>
                  </a:lnTo>
                  <a:lnTo>
                    <a:pt x="61214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EE7B7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6968490" y="5351778"/>
            <a:ext cx="4572000" cy="1097280"/>
            <a:chOff x="0" y="0"/>
            <a:chExt cx="6096000" cy="14630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096000" cy="1463040"/>
            </a:xfrm>
            <a:custGeom>
              <a:avLst/>
              <a:gdLst/>
              <a:ahLst/>
              <a:cxnLst/>
              <a:rect l="l" t="t" r="r" b="b"/>
              <a:pathLst>
                <a:path w="6096000" h="1463040">
                  <a:moveTo>
                    <a:pt x="0" y="0"/>
                  </a:moveTo>
                  <a:lnTo>
                    <a:pt x="6096000" y="0"/>
                  </a:lnTo>
                  <a:lnTo>
                    <a:pt x="6096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87" b="-3118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57150"/>
              <a:ext cx="609600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65F46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{ Structured JSON }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887200" y="4389120"/>
            <a:ext cx="2194560" cy="548640"/>
            <a:chOff x="0" y="0"/>
            <a:chExt cx="292608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926080" cy="731520"/>
            </a:xfrm>
            <a:custGeom>
              <a:avLst/>
              <a:gdLst/>
              <a:ahLst/>
              <a:cxnLst/>
              <a:rect l="l" t="t" r="r" b="b"/>
              <a:pathLst>
                <a:path w="2926080" h="73152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2926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i="1">
                  <a:solidFill>
                    <a:srgbClr val="6B7280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triggers →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2717797" y="7838437"/>
            <a:ext cx="12852397" cy="1696717"/>
            <a:chOff x="0" y="0"/>
            <a:chExt cx="17136529" cy="2262289"/>
          </a:xfrm>
        </p:grpSpPr>
        <p:sp>
          <p:nvSpPr>
            <p:cNvPr id="80" name="Freeform 80"/>
            <p:cNvSpPr/>
            <p:nvPr/>
          </p:nvSpPr>
          <p:spPr>
            <a:xfrm>
              <a:off x="33909" y="33909"/>
              <a:ext cx="17068801" cy="2194560"/>
            </a:xfrm>
            <a:custGeom>
              <a:avLst/>
              <a:gdLst/>
              <a:ahLst/>
              <a:cxnLst/>
              <a:rect l="l" t="t" r="r" b="b"/>
              <a:pathLst>
                <a:path w="17068801" h="2194560">
                  <a:moveTo>
                    <a:pt x="0" y="0"/>
                  </a:moveTo>
                  <a:lnTo>
                    <a:pt x="17068801" y="0"/>
                  </a:lnTo>
                  <a:lnTo>
                    <a:pt x="17068801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17136618" cy="2262378"/>
            </a:xfrm>
            <a:custGeom>
              <a:avLst/>
              <a:gdLst/>
              <a:ahLst/>
              <a:cxnLst/>
              <a:rect l="l" t="t" r="r" b="b"/>
              <a:pathLst>
                <a:path w="17136618" h="2262378">
                  <a:moveTo>
                    <a:pt x="33909" y="0"/>
                  </a:moveTo>
                  <a:lnTo>
                    <a:pt x="17102710" y="0"/>
                  </a:lnTo>
                  <a:cubicBezTo>
                    <a:pt x="17121378" y="0"/>
                    <a:pt x="17136618" y="15113"/>
                    <a:pt x="17136618" y="33909"/>
                  </a:cubicBezTo>
                  <a:lnTo>
                    <a:pt x="17136618" y="2228469"/>
                  </a:lnTo>
                  <a:cubicBezTo>
                    <a:pt x="17136618" y="2247138"/>
                    <a:pt x="17121505" y="2262378"/>
                    <a:pt x="17102710" y="2262378"/>
                  </a:cubicBezTo>
                  <a:lnTo>
                    <a:pt x="33909" y="2262378"/>
                  </a:lnTo>
                  <a:cubicBezTo>
                    <a:pt x="15240" y="2262378"/>
                    <a:pt x="0" y="2247265"/>
                    <a:pt x="0" y="22284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228469"/>
                  </a:lnTo>
                  <a:lnTo>
                    <a:pt x="33909" y="2228469"/>
                  </a:lnTo>
                  <a:lnTo>
                    <a:pt x="33909" y="2194560"/>
                  </a:lnTo>
                  <a:lnTo>
                    <a:pt x="17102710" y="2194560"/>
                  </a:lnTo>
                  <a:lnTo>
                    <a:pt x="17102710" y="2228469"/>
                  </a:lnTo>
                  <a:lnTo>
                    <a:pt x="17068800" y="2228469"/>
                  </a:lnTo>
                  <a:lnTo>
                    <a:pt x="17068800" y="33909"/>
                  </a:lnTo>
                  <a:lnTo>
                    <a:pt x="17102710" y="33909"/>
                  </a:lnTo>
                  <a:lnTo>
                    <a:pt x="171027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3108960" y="8138160"/>
            <a:ext cx="822960" cy="822960"/>
            <a:chOff x="0" y="0"/>
            <a:chExt cx="1097280" cy="1097280"/>
          </a:xfrm>
        </p:grpSpPr>
        <p:sp>
          <p:nvSpPr>
            <p:cNvPr id="83" name="Freeform 83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4023360" y="7863840"/>
            <a:ext cx="11155680" cy="1645920"/>
            <a:chOff x="0" y="0"/>
            <a:chExt cx="14874240" cy="219456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4874239" cy="2194560"/>
            </a:xfrm>
            <a:custGeom>
              <a:avLst/>
              <a:gdLst/>
              <a:ahLst/>
              <a:cxnLst/>
              <a:rect l="l" t="t" r="r" b="b"/>
              <a:pathLst>
                <a:path w="14874239" h="2194560">
                  <a:moveTo>
                    <a:pt x="0" y="0"/>
                  </a:moveTo>
                  <a:lnTo>
                    <a:pt x="14874239" y="0"/>
                  </a:lnTo>
                  <a:lnTo>
                    <a:pt x="14874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065" b="-82065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1487424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OUTPUT: Complete Itinerary  +  Budget Estimate  +  Place Cards</a:t>
              </a:r>
            </a:p>
          </p:txBody>
        </p:sp>
      </p:grpSp>
      <p:sp>
        <p:nvSpPr>
          <p:cNvPr id="87" name="AutoShape 87"/>
          <p:cNvSpPr/>
          <p:nvPr/>
        </p:nvSpPr>
        <p:spPr>
          <a:xfrm>
            <a:off x="3236276" y="3018100"/>
            <a:ext cx="568328" cy="31911"/>
          </a:xfrm>
          <a:prstGeom prst="line">
            <a:avLst/>
          </a:prstGeom>
          <a:ln w="47625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8" name="AutoShape 88"/>
          <p:cNvSpPr/>
          <p:nvPr/>
        </p:nvSpPr>
        <p:spPr>
          <a:xfrm flipH="1">
            <a:off x="128357" y="9797207"/>
            <a:ext cx="1206326" cy="22058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9" name="AutoShape 89"/>
          <p:cNvSpPr/>
          <p:nvPr/>
        </p:nvSpPr>
        <p:spPr>
          <a:xfrm>
            <a:off x="6900861" y="3123468"/>
            <a:ext cx="669609" cy="0"/>
          </a:xfrm>
          <a:prstGeom prst="line">
            <a:avLst/>
          </a:prstGeom>
          <a:ln w="381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0" name="AutoShape 90"/>
          <p:cNvSpPr/>
          <p:nvPr/>
        </p:nvSpPr>
        <p:spPr>
          <a:xfrm>
            <a:off x="10713082" y="3123468"/>
            <a:ext cx="601947" cy="22449"/>
          </a:xfrm>
          <a:prstGeom prst="line">
            <a:avLst/>
          </a:prstGeom>
          <a:ln w="47625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1" name="AutoShape 91"/>
          <p:cNvSpPr/>
          <p:nvPr/>
        </p:nvSpPr>
        <p:spPr>
          <a:xfrm>
            <a:off x="14311703" y="3221355"/>
            <a:ext cx="867337" cy="0"/>
          </a:xfrm>
          <a:prstGeom prst="line">
            <a:avLst/>
          </a:prstGeom>
          <a:ln w="5715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2" name="AutoShape 92"/>
          <p:cNvSpPr/>
          <p:nvPr/>
        </p:nvSpPr>
        <p:spPr>
          <a:xfrm flipH="1">
            <a:off x="9429725" y="6627495"/>
            <a:ext cx="31792" cy="1070605"/>
          </a:xfrm>
          <a:prstGeom prst="line">
            <a:avLst/>
          </a:prstGeom>
          <a:ln w="47625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3" name="AutoShape 93"/>
          <p:cNvSpPr/>
          <p:nvPr/>
        </p:nvSpPr>
        <p:spPr>
          <a:xfrm>
            <a:off x="16692616" y="9854357"/>
            <a:ext cx="1248674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488443"/>
            <a:chOff x="0" y="0"/>
            <a:chExt cx="24417871" cy="19845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950720"/>
            </a:xfrm>
            <a:custGeom>
              <a:avLst/>
              <a:gdLst/>
              <a:ahLst/>
              <a:cxnLst/>
              <a:rect l="l" t="t" r="r" b="b"/>
              <a:pathLst>
                <a:path w="24383999" h="1950720">
                  <a:moveTo>
                    <a:pt x="0" y="0"/>
                  </a:moveTo>
                  <a:lnTo>
                    <a:pt x="24383999" y="0"/>
                  </a:lnTo>
                  <a:lnTo>
                    <a:pt x="2438399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1F293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984502"/>
            </a:xfrm>
            <a:custGeom>
              <a:avLst/>
              <a:gdLst/>
              <a:ahLst/>
              <a:cxnLst/>
              <a:rect l="l" t="t" r="r" b="b"/>
              <a:pathLst>
                <a:path w="24417782" h="19845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67611"/>
                  </a:lnTo>
                  <a:cubicBezTo>
                    <a:pt x="24417782" y="1977009"/>
                    <a:pt x="24410163" y="1984502"/>
                    <a:pt x="24400890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4400890" y="1950720"/>
                  </a:lnTo>
                  <a:lnTo>
                    <a:pt x="24400890" y="1967611"/>
                  </a:lnTo>
                  <a:lnTo>
                    <a:pt x="24384000" y="1967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F2937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82880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194560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AI Logic: Decision Model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8640" y="1792224"/>
            <a:ext cx="8229600" cy="694944"/>
            <a:chOff x="0" y="0"/>
            <a:chExt cx="10972800" cy="9265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926592"/>
            </a:xfrm>
            <a:custGeom>
              <a:avLst/>
              <a:gdLst/>
              <a:ahLst/>
              <a:cxnLst/>
              <a:rect l="l" t="t" r="r" b="b"/>
              <a:pathLst>
                <a:path w="10972800" h="926592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0743" b="-18074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0972800" cy="9932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80"/>
                </a:lnSpc>
              </a:pPr>
              <a:r>
                <a:rPr lang="en-US" sz="3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Conceptual Decision Flow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8150" y="2815590"/>
            <a:ext cx="2689860" cy="1043940"/>
            <a:chOff x="0" y="0"/>
            <a:chExt cx="3586480" cy="1391920"/>
          </a:xfrm>
        </p:grpSpPr>
        <p:sp>
          <p:nvSpPr>
            <p:cNvPr id="12" name="Freeform 12"/>
            <p:cNvSpPr/>
            <p:nvPr/>
          </p:nvSpPr>
          <p:spPr>
            <a:xfrm>
              <a:off x="25400" y="2540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670560"/>
                  </a:moveTo>
                  <a:cubicBezTo>
                    <a:pt x="0" y="300228"/>
                    <a:pt x="791464" y="0"/>
                    <a:pt x="1767840" y="0"/>
                  </a:cubicBezTo>
                  <a:cubicBezTo>
                    <a:pt x="2744216" y="0"/>
                    <a:pt x="3535680" y="300228"/>
                    <a:pt x="3535680" y="670560"/>
                  </a:cubicBezTo>
                  <a:cubicBezTo>
                    <a:pt x="3535680" y="1040892"/>
                    <a:pt x="2744216" y="1341120"/>
                    <a:pt x="1767840" y="1341120"/>
                  </a:cubicBezTo>
                  <a:cubicBezTo>
                    <a:pt x="791464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586480" cy="1391920"/>
            </a:xfrm>
            <a:custGeom>
              <a:avLst/>
              <a:gdLst/>
              <a:ahLst/>
              <a:cxnLst/>
              <a:rect l="l" t="t" r="r" b="b"/>
              <a:pathLst>
                <a:path w="3586480" h="1391920">
                  <a:moveTo>
                    <a:pt x="0" y="695960"/>
                  </a:moveTo>
                  <a:cubicBezTo>
                    <a:pt x="0" y="296164"/>
                    <a:pt x="826770" y="0"/>
                    <a:pt x="1793240" y="0"/>
                  </a:cubicBezTo>
                  <a:cubicBezTo>
                    <a:pt x="2759710" y="0"/>
                    <a:pt x="3586480" y="296164"/>
                    <a:pt x="3586480" y="695960"/>
                  </a:cubicBezTo>
                  <a:lnTo>
                    <a:pt x="3561080" y="695960"/>
                  </a:lnTo>
                  <a:lnTo>
                    <a:pt x="3586480" y="695960"/>
                  </a:lnTo>
                  <a:cubicBezTo>
                    <a:pt x="3586480" y="1095756"/>
                    <a:pt x="2759710" y="1391920"/>
                    <a:pt x="1793240" y="1391920"/>
                  </a:cubicBezTo>
                  <a:lnTo>
                    <a:pt x="1793240" y="1366520"/>
                  </a:lnTo>
                  <a:lnTo>
                    <a:pt x="1793240" y="1391920"/>
                  </a:lnTo>
                  <a:cubicBezTo>
                    <a:pt x="826770" y="1391920"/>
                    <a:pt x="0" y="1095756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36828"/>
                    <a:pt x="807085" y="1341120"/>
                    <a:pt x="1793240" y="1341120"/>
                  </a:cubicBezTo>
                  <a:cubicBezTo>
                    <a:pt x="2779395" y="1341120"/>
                    <a:pt x="3535680" y="1036828"/>
                    <a:pt x="3535680" y="695960"/>
                  </a:cubicBezTo>
                  <a:cubicBezTo>
                    <a:pt x="3535680" y="355092"/>
                    <a:pt x="2779395" y="50800"/>
                    <a:pt x="1793240" y="50800"/>
                  </a:cubicBezTo>
                  <a:lnTo>
                    <a:pt x="1793240" y="25400"/>
                  </a:lnTo>
                  <a:lnTo>
                    <a:pt x="1793240" y="50800"/>
                  </a:lnTo>
                  <a:cubicBezTo>
                    <a:pt x="807085" y="50800"/>
                    <a:pt x="50800" y="355092"/>
                    <a:pt x="50800" y="695960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57200" y="2834640"/>
            <a:ext cx="2651760" cy="1005840"/>
            <a:chOff x="0" y="0"/>
            <a:chExt cx="3535680" cy="1341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0"/>
                  </a:moveTo>
                  <a:lnTo>
                    <a:pt x="3535680" y="0"/>
                  </a:lnTo>
                  <a:lnTo>
                    <a:pt x="3535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" b="-136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53568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Budget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89910" y="3309366"/>
            <a:ext cx="1409700" cy="38100"/>
            <a:chOff x="0" y="0"/>
            <a:chExt cx="1879600" cy="50800"/>
          </a:xfrm>
        </p:grpSpPr>
        <p:sp>
          <p:nvSpPr>
            <p:cNvPr id="18" name="Freeform 18"/>
            <p:cNvSpPr/>
            <p:nvPr/>
          </p:nvSpPr>
          <p:spPr>
            <a:xfrm>
              <a:off x="25400" y="0"/>
              <a:ext cx="1828800" cy="50800"/>
            </a:xfrm>
            <a:custGeom>
              <a:avLst/>
              <a:gdLst/>
              <a:ahLst/>
              <a:cxnLst/>
              <a:rect l="l" t="t" r="r" b="b"/>
              <a:pathLst>
                <a:path w="1828800" h="50800">
                  <a:moveTo>
                    <a:pt x="0" y="0"/>
                  </a:moveTo>
                  <a:lnTo>
                    <a:pt x="1828800" y="0"/>
                  </a:lnTo>
                  <a:lnTo>
                    <a:pt x="18288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38150" y="4187190"/>
            <a:ext cx="2689860" cy="1043940"/>
            <a:chOff x="0" y="0"/>
            <a:chExt cx="3586480" cy="1391920"/>
          </a:xfrm>
        </p:grpSpPr>
        <p:sp>
          <p:nvSpPr>
            <p:cNvPr id="20" name="Freeform 20"/>
            <p:cNvSpPr/>
            <p:nvPr/>
          </p:nvSpPr>
          <p:spPr>
            <a:xfrm>
              <a:off x="25400" y="2540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670560"/>
                  </a:moveTo>
                  <a:cubicBezTo>
                    <a:pt x="0" y="300228"/>
                    <a:pt x="791464" y="0"/>
                    <a:pt x="1767840" y="0"/>
                  </a:cubicBezTo>
                  <a:cubicBezTo>
                    <a:pt x="2744216" y="0"/>
                    <a:pt x="3535680" y="300228"/>
                    <a:pt x="3535680" y="670560"/>
                  </a:cubicBezTo>
                  <a:cubicBezTo>
                    <a:pt x="3535680" y="1040892"/>
                    <a:pt x="2744216" y="1341120"/>
                    <a:pt x="1767840" y="1341120"/>
                  </a:cubicBezTo>
                  <a:cubicBezTo>
                    <a:pt x="791464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586480" cy="1391920"/>
            </a:xfrm>
            <a:custGeom>
              <a:avLst/>
              <a:gdLst/>
              <a:ahLst/>
              <a:cxnLst/>
              <a:rect l="l" t="t" r="r" b="b"/>
              <a:pathLst>
                <a:path w="3586480" h="1391920">
                  <a:moveTo>
                    <a:pt x="0" y="695960"/>
                  </a:moveTo>
                  <a:cubicBezTo>
                    <a:pt x="0" y="296164"/>
                    <a:pt x="826770" y="0"/>
                    <a:pt x="1793240" y="0"/>
                  </a:cubicBezTo>
                  <a:cubicBezTo>
                    <a:pt x="2759710" y="0"/>
                    <a:pt x="3586480" y="296164"/>
                    <a:pt x="3586480" y="695960"/>
                  </a:cubicBezTo>
                  <a:lnTo>
                    <a:pt x="3561080" y="695960"/>
                  </a:lnTo>
                  <a:lnTo>
                    <a:pt x="3586480" y="695960"/>
                  </a:lnTo>
                  <a:cubicBezTo>
                    <a:pt x="3586480" y="1095756"/>
                    <a:pt x="2759710" y="1391920"/>
                    <a:pt x="1793240" y="1391920"/>
                  </a:cubicBezTo>
                  <a:lnTo>
                    <a:pt x="1793240" y="1366520"/>
                  </a:lnTo>
                  <a:lnTo>
                    <a:pt x="1793240" y="1391920"/>
                  </a:lnTo>
                  <a:cubicBezTo>
                    <a:pt x="826770" y="1391920"/>
                    <a:pt x="0" y="1095756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36828"/>
                    <a:pt x="807085" y="1341120"/>
                    <a:pt x="1793240" y="1341120"/>
                  </a:cubicBezTo>
                  <a:cubicBezTo>
                    <a:pt x="2779395" y="1341120"/>
                    <a:pt x="3535680" y="1036828"/>
                    <a:pt x="3535680" y="695960"/>
                  </a:cubicBezTo>
                  <a:cubicBezTo>
                    <a:pt x="3535680" y="355092"/>
                    <a:pt x="2779395" y="50800"/>
                    <a:pt x="1793240" y="50800"/>
                  </a:cubicBezTo>
                  <a:lnTo>
                    <a:pt x="1793240" y="25400"/>
                  </a:lnTo>
                  <a:lnTo>
                    <a:pt x="1793240" y="50800"/>
                  </a:lnTo>
                  <a:cubicBezTo>
                    <a:pt x="807085" y="50800"/>
                    <a:pt x="50800" y="355092"/>
                    <a:pt x="50800" y="695960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57200" y="4206240"/>
            <a:ext cx="2651760" cy="1005840"/>
            <a:chOff x="0" y="0"/>
            <a:chExt cx="3535680" cy="13411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0"/>
                  </a:moveTo>
                  <a:lnTo>
                    <a:pt x="3535680" y="0"/>
                  </a:lnTo>
                  <a:lnTo>
                    <a:pt x="3535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" b="-136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53568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Duration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089910" y="4680966"/>
            <a:ext cx="1409700" cy="38100"/>
            <a:chOff x="0" y="0"/>
            <a:chExt cx="1879600" cy="50800"/>
          </a:xfrm>
        </p:grpSpPr>
        <p:sp>
          <p:nvSpPr>
            <p:cNvPr id="26" name="Freeform 26"/>
            <p:cNvSpPr/>
            <p:nvPr/>
          </p:nvSpPr>
          <p:spPr>
            <a:xfrm>
              <a:off x="25400" y="0"/>
              <a:ext cx="1828800" cy="50800"/>
            </a:xfrm>
            <a:custGeom>
              <a:avLst/>
              <a:gdLst/>
              <a:ahLst/>
              <a:cxnLst/>
              <a:rect l="l" t="t" r="r" b="b"/>
              <a:pathLst>
                <a:path w="1828800" h="50800">
                  <a:moveTo>
                    <a:pt x="0" y="0"/>
                  </a:moveTo>
                  <a:lnTo>
                    <a:pt x="1828800" y="0"/>
                  </a:lnTo>
                  <a:lnTo>
                    <a:pt x="18288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438150" y="5558790"/>
            <a:ext cx="2689860" cy="1043940"/>
            <a:chOff x="0" y="0"/>
            <a:chExt cx="3586480" cy="1391920"/>
          </a:xfrm>
        </p:grpSpPr>
        <p:sp>
          <p:nvSpPr>
            <p:cNvPr id="28" name="Freeform 28"/>
            <p:cNvSpPr/>
            <p:nvPr/>
          </p:nvSpPr>
          <p:spPr>
            <a:xfrm>
              <a:off x="25400" y="2540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670560"/>
                  </a:moveTo>
                  <a:cubicBezTo>
                    <a:pt x="0" y="300228"/>
                    <a:pt x="791464" y="0"/>
                    <a:pt x="1767840" y="0"/>
                  </a:cubicBezTo>
                  <a:cubicBezTo>
                    <a:pt x="2744216" y="0"/>
                    <a:pt x="3535680" y="300228"/>
                    <a:pt x="3535680" y="670560"/>
                  </a:cubicBezTo>
                  <a:cubicBezTo>
                    <a:pt x="3535680" y="1040892"/>
                    <a:pt x="2744216" y="1341120"/>
                    <a:pt x="1767840" y="1341120"/>
                  </a:cubicBezTo>
                  <a:cubicBezTo>
                    <a:pt x="791464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3586480" cy="1391920"/>
            </a:xfrm>
            <a:custGeom>
              <a:avLst/>
              <a:gdLst/>
              <a:ahLst/>
              <a:cxnLst/>
              <a:rect l="l" t="t" r="r" b="b"/>
              <a:pathLst>
                <a:path w="3586480" h="1391920">
                  <a:moveTo>
                    <a:pt x="0" y="695960"/>
                  </a:moveTo>
                  <a:cubicBezTo>
                    <a:pt x="0" y="296164"/>
                    <a:pt x="826770" y="0"/>
                    <a:pt x="1793240" y="0"/>
                  </a:cubicBezTo>
                  <a:cubicBezTo>
                    <a:pt x="2759710" y="0"/>
                    <a:pt x="3586480" y="296164"/>
                    <a:pt x="3586480" y="695960"/>
                  </a:cubicBezTo>
                  <a:lnTo>
                    <a:pt x="3561080" y="695960"/>
                  </a:lnTo>
                  <a:lnTo>
                    <a:pt x="3586480" y="695960"/>
                  </a:lnTo>
                  <a:cubicBezTo>
                    <a:pt x="3586480" y="1095756"/>
                    <a:pt x="2759710" y="1391920"/>
                    <a:pt x="1793240" y="1391920"/>
                  </a:cubicBezTo>
                  <a:lnTo>
                    <a:pt x="1793240" y="1366520"/>
                  </a:lnTo>
                  <a:lnTo>
                    <a:pt x="1793240" y="1391920"/>
                  </a:lnTo>
                  <a:cubicBezTo>
                    <a:pt x="826770" y="1391920"/>
                    <a:pt x="0" y="1095756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36828"/>
                    <a:pt x="807085" y="1341120"/>
                    <a:pt x="1793240" y="1341120"/>
                  </a:cubicBezTo>
                  <a:cubicBezTo>
                    <a:pt x="2779395" y="1341120"/>
                    <a:pt x="3535680" y="1036828"/>
                    <a:pt x="3535680" y="695960"/>
                  </a:cubicBezTo>
                  <a:cubicBezTo>
                    <a:pt x="3535680" y="355092"/>
                    <a:pt x="2779395" y="50800"/>
                    <a:pt x="1793240" y="50800"/>
                  </a:cubicBezTo>
                  <a:lnTo>
                    <a:pt x="1793240" y="25400"/>
                  </a:lnTo>
                  <a:lnTo>
                    <a:pt x="1793240" y="50800"/>
                  </a:lnTo>
                  <a:cubicBezTo>
                    <a:pt x="807085" y="50800"/>
                    <a:pt x="50800" y="355092"/>
                    <a:pt x="50800" y="695960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457200" y="5577840"/>
            <a:ext cx="2651760" cy="1005840"/>
            <a:chOff x="0" y="0"/>
            <a:chExt cx="3535680" cy="13411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0"/>
                  </a:moveTo>
                  <a:lnTo>
                    <a:pt x="3535680" y="0"/>
                  </a:lnTo>
                  <a:lnTo>
                    <a:pt x="3535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" b="-136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53568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Preferences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089910" y="6052566"/>
            <a:ext cx="1409700" cy="38100"/>
            <a:chOff x="0" y="0"/>
            <a:chExt cx="1879600" cy="50800"/>
          </a:xfrm>
        </p:grpSpPr>
        <p:sp>
          <p:nvSpPr>
            <p:cNvPr id="34" name="Freeform 34"/>
            <p:cNvSpPr/>
            <p:nvPr/>
          </p:nvSpPr>
          <p:spPr>
            <a:xfrm>
              <a:off x="25400" y="0"/>
              <a:ext cx="1828800" cy="50800"/>
            </a:xfrm>
            <a:custGeom>
              <a:avLst/>
              <a:gdLst/>
              <a:ahLst/>
              <a:cxnLst/>
              <a:rect l="l" t="t" r="r" b="b"/>
              <a:pathLst>
                <a:path w="1828800" h="50800">
                  <a:moveTo>
                    <a:pt x="0" y="0"/>
                  </a:moveTo>
                  <a:lnTo>
                    <a:pt x="1828800" y="0"/>
                  </a:lnTo>
                  <a:lnTo>
                    <a:pt x="18288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438150" y="6930390"/>
            <a:ext cx="2689860" cy="1043940"/>
            <a:chOff x="0" y="0"/>
            <a:chExt cx="3586480" cy="1391920"/>
          </a:xfrm>
        </p:grpSpPr>
        <p:sp>
          <p:nvSpPr>
            <p:cNvPr id="36" name="Freeform 36"/>
            <p:cNvSpPr/>
            <p:nvPr/>
          </p:nvSpPr>
          <p:spPr>
            <a:xfrm>
              <a:off x="25400" y="2540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670560"/>
                  </a:moveTo>
                  <a:cubicBezTo>
                    <a:pt x="0" y="300228"/>
                    <a:pt x="791464" y="0"/>
                    <a:pt x="1767840" y="0"/>
                  </a:cubicBezTo>
                  <a:cubicBezTo>
                    <a:pt x="2744216" y="0"/>
                    <a:pt x="3535680" y="300228"/>
                    <a:pt x="3535680" y="670560"/>
                  </a:cubicBezTo>
                  <a:cubicBezTo>
                    <a:pt x="3535680" y="1040892"/>
                    <a:pt x="2744216" y="1341120"/>
                    <a:pt x="1767840" y="1341120"/>
                  </a:cubicBezTo>
                  <a:cubicBezTo>
                    <a:pt x="791464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3586480" cy="1391920"/>
            </a:xfrm>
            <a:custGeom>
              <a:avLst/>
              <a:gdLst/>
              <a:ahLst/>
              <a:cxnLst/>
              <a:rect l="l" t="t" r="r" b="b"/>
              <a:pathLst>
                <a:path w="3586480" h="1391920">
                  <a:moveTo>
                    <a:pt x="0" y="695960"/>
                  </a:moveTo>
                  <a:cubicBezTo>
                    <a:pt x="0" y="296164"/>
                    <a:pt x="826770" y="0"/>
                    <a:pt x="1793240" y="0"/>
                  </a:cubicBezTo>
                  <a:cubicBezTo>
                    <a:pt x="2759710" y="0"/>
                    <a:pt x="3586480" y="296164"/>
                    <a:pt x="3586480" y="695960"/>
                  </a:cubicBezTo>
                  <a:lnTo>
                    <a:pt x="3561080" y="695960"/>
                  </a:lnTo>
                  <a:lnTo>
                    <a:pt x="3586480" y="695960"/>
                  </a:lnTo>
                  <a:cubicBezTo>
                    <a:pt x="3586480" y="1095756"/>
                    <a:pt x="2759710" y="1391920"/>
                    <a:pt x="1793240" y="1391920"/>
                  </a:cubicBezTo>
                  <a:lnTo>
                    <a:pt x="1793240" y="1366520"/>
                  </a:lnTo>
                  <a:lnTo>
                    <a:pt x="1793240" y="1391920"/>
                  </a:lnTo>
                  <a:cubicBezTo>
                    <a:pt x="826770" y="1391920"/>
                    <a:pt x="0" y="1095756"/>
                    <a:pt x="0" y="695960"/>
                  </a:cubicBezTo>
                  <a:lnTo>
                    <a:pt x="25400" y="695960"/>
                  </a:lnTo>
                  <a:lnTo>
                    <a:pt x="50800" y="695960"/>
                  </a:lnTo>
                  <a:lnTo>
                    <a:pt x="25400" y="695960"/>
                  </a:lnTo>
                  <a:lnTo>
                    <a:pt x="0" y="695960"/>
                  </a:lnTo>
                  <a:moveTo>
                    <a:pt x="50800" y="695960"/>
                  </a:moveTo>
                  <a:cubicBezTo>
                    <a:pt x="50800" y="709930"/>
                    <a:pt x="39370" y="721360"/>
                    <a:pt x="25400" y="721360"/>
                  </a:cubicBezTo>
                  <a:cubicBezTo>
                    <a:pt x="11430" y="721360"/>
                    <a:pt x="0" y="709930"/>
                    <a:pt x="0" y="695960"/>
                  </a:cubicBezTo>
                  <a:cubicBezTo>
                    <a:pt x="0" y="681990"/>
                    <a:pt x="11430" y="670560"/>
                    <a:pt x="25400" y="670560"/>
                  </a:cubicBezTo>
                  <a:cubicBezTo>
                    <a:pt x="39370" y="670560"/>
                    <a:pt x="50800" y="681990"/>
                    <a:pt x="50800" y="695960"/>
                  </a:cubicBezTo>
                  <a:cubicBezTo>
                    <a:pt x="50800" y="1036828"/>
                    <a:pt x="807085" y="1341120"/>
                    <a:pt x="1793240" y="1341120"/>
                  </a:cubicBezTo>
                  <a:cubicBezTo>
                    <a:pt x="2779395" y="1341120"/>
                    <a:pt x="3535680" y="1036828"/>
                    <a:pt x="3535680" y="695960"/>
                  </a:cubicBezTo>
                  <a:cubicBezTo>
                    <a:pt x="3535680" y="355092"/>
                    <a:pt x="2779395" y="50800"/>
                    <a:pt x="1793240" y="50800"/>
                  </a:cubicBezTo>
                  <a:lnTo>
                    <a:pt x="1793240" y="25400"/>
                  </a:lnTo>
                  <a:lnTo>
                    <a:pt x="1793240" y="50800"/>
                  </a:lnTo>
                  <a:cubicBezTo>
                    <a:pt x="807085" y="50800"/>
                    <a:pt x="50800" y="355092"/>
                    <a:pt x="50800" y="695960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457200" y="6949440"/>
            <a:ext cx="2651760" cy="1005840"/>
            <a:chOff x="0" y="0"/>
            <a:chExt cx="3535680" cy="13411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35680" cy="1341120"/>
            </a:xfrm>
            <a:custGeom>
              <a:avLst/>
              <a:gdLst/>
              <a:ahLst/>
              <a:cxnLst/>
              <a:rect l="l" t="t" r="r" b="b"/>
              <a:pathLst>
                <a:path w="3535680" h="1341120">
                  <a:moveTo>
                    <a:pt x="0" y="0"/>
                  </a:moveTo>
                  <a:lnTo>
                    <a:pt x="3535680" y="0"/>
                  </a:lnTo>
                  <a:lnTo>
                    <a:pt x="3535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" b="-136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535680" cy="1379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Destination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089910" y="7424166"/>
            <a:ext cx="1409700" cy="38100"/>
            <a:chOff x="0" y="0"/>
            <a:chExt cx="1879600" cy="50800"/>
          </a:xfrm>
        </p:grpSpPr>
        <p:sp>
          <p:nvSpPr>
            <p:cNvPr id="42" name="Freeform 42"/>
            <p:cNvSpPr/>
            <p:nvPr/>
          </p:nvSpPr>
          <p:spPr>
            <a:xfrm>
              <a:off x="25400" y="0"/>
              <a:ext cx="1828800" cy="50800"/>
            </a:xfrm>
            <a:custGeom>
              <a:avLst/>
              <a:gdLst/>
              <a:ahLst/>
              <a:cxnLst/>
              <a:rect l="l" t="t" r="r" b="b"/>
              <a:pathLst>
                <a:path w="1828800" h="50800">
                  <a:moveTo>
                    <a:pt x="0" y="0"/>
                  </a:moveTo>
                  <a:lnTo>
                    <a:pt x="1828800" y="0"/>
                  </a:lnTo>
                  <a:lnTo>
                    <a:pt x="18288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4499610" y="3236976"/>
            <a:ext cx="1859161" cy="4517898"/>
            <a:chOff x="0" y="0"/>
            <a:chExt cx="2478881" cy="6023864"/>
          </a:xfrm>
        </p:grpSpPr>
        <p:sp>
          <p:nvSpPr>
            <p:cNvPr id="44" name="Freeform 44"/>
            <p:cNvSpPr/>
            <p:nvPr/>
          </p:nvSpPr>
          <p:spPr>
            <a:xfrm>
              <a:off x="10019" y="24347"/>
              <a:ext cx="2458790" cy="5975042"/>
            </a:xfrm>
            <a:custGeom>
              <a:avLst/>
              <a:gdLst/>
              <a:ahLst/>
              <a:cxnLst/>
              <a:rect l="l" t="t" r="r" b="b"/>
              <a:pathLst>
                <a:path w="2458790" h="5975042">
                  <a:moveTo>
                    <a:pt x="0" y="0"/>
                  </a:moveTo>
                  <a:lnTo>
                    <a:pt x="2458790" y="0"/>
                  </a:lnTo>
                  <a:lnTo>
                    <a:pt x="2458790" y="5975042"/>
                  </a:lnTo>
                  <a:lnTo>
                    <a:pt x="0" y="5975042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2478829" cy="6023736"/>
            </a:xfrm>
            <a:custGeom>
              <a:avLst/>
              <a:gdLst/>
              <a:ahLst/>
              <a:cxnLst/>
              <a:rect l="l" t="t" r="r" b="b"/>
              <a:pathLst>
                <a:path w="2478829" h="6023736">
                  <a:moveTo>
                    <a:pt x="10019" y="0"/>
                  </a:moveTo>
                  <a:lnTo>
                    <a:pt x="2468809" y="0"/>
                  </a:lnTo>
                  <a:cubicBezTo>
                    <a:pt x="2474384" y="0"/>
                    <a:pt x="2478829" y="10984"/>
                    <a:pt x="2478829" y="24347"/>
                  </a:cubicBezTo>
                  <a:lnTo>
                    <a:pt x="2478829" y="5999389"/>
                  </a:lnTo>
                  <a:cubicBezTo>
                    <a:pt x="2478829" y="6012935"/>
                    <a:pt x="2474309" y="6023736"/>
                    <a:pt x="2468809" y="6023736"/>
                  </a:cubicBezTo>
                  <a:lnTo>
                    <a:pt x="10019" y="6023736"/>
                  </a:lnTo>
                  <a:cubicBezTo>
                    <a:pt x="4445" y="6023736"/>
                    <a:pt x="0" y="6012752"/>
                    <a:pt x="0" y="5999389"/>
                  </a:cubicBezTo>
                  <a:lnTo>
                    <a:pt x="0" y="24347"/>
                  </a:lnTo>
                  <a:cubicBezTo>
                    <a:pt x="0" y="10984"/>
                    <a:pt x="4520" y="0"/>
                    <a:pt x="10019" y="0"/>
                  </a:cubicBezTo>
                  <a:moveTo>
                    <a:pt x="10019" y="48877"/>
                  </a:moveTo>
                  <a:lnTo>
                    <a:pt x="10019" y="24347"/>
                  </a:lnTo>
                  <a:lnTo>
                    <a:pt x="20113" y="24347"/>
                  </a:lnTo>
                  <a:lnTo>
                    <a:pt x="20113" y="5999389"/>
                  </a:lnTo>
                  <a:lnTo>
                    <a:pt x="10019" y="5999389"/>
                  </a:lnTo>
                  <a:lnTo>
                    <a:pt x="10019" y="5975042"/>
                  </a:lnTo>
                  <a:lnTo>
                    <a:pt x="2468809" y="5975042"/>
                  </a:lnTo>
                  <a:lnTo>
                    <a:pt x="2468809" y="5999389"/>
                  </a:lnTo>
                  <a:lnTo>
                    <a:pt x="2458790" y="5999389"/>
                  </a:lnTo>
                  <a:lnTo>
                    <a:pt x="2458790" y="24347"/>
                  </a:lnTo>
                  <a:lnTo>
                    <a:pt x="2468809" y="24347"/>
                  </a:lnTo>
                  <a:lnTo>
                    <a:pt x="2468809" y="48877"/>
                  </a:lnTo>
                  <a:lnTo>
                    <a:pt x="10019" y="48877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4407736" y="3084319"/>
            <a:ext cx="2042909" cy="4948942"/>
            <a:chOff x="0" y="0"/>
            <a:chExt cx="2723878" cy="659859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723878" cy="6598589"/>
            </a:xfrm>
            <a:custGeom>
              <a:avLst/>
              <a:gdLst/>
              <a:ahLst/>
              <a:cxnLst/>
              <a:rect l="l" t="t" r="r" b="b"/>
              <a:pathLst>
                <a:path w="2723878" h="6598589">
                  <a:moveTo>
                    <a:pt x="0" y="0"/>
                  </a:moveTo>
                  <a:lnTo>
                    <a:pt x="2723878" y="0"/>
                  </a:lnTo>
                  <a:lnTo>
                    <a:pt x="2723878" y="6598589"/>
                  </a:lnTo>
                  <a:lnTo>
                    <a:pt x="0" y="65985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9164" r="-171347" b="37179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2723878" cy="6655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Scoring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&amp; Weights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33294" y="4689200"/>
            <a:ext cx="2913100" cy="1503936"/>
            <a:chOff x="0" y="0"/>
            <a:chExt cx="4788751" cy="2472271"/>
          </a:xfrm>
        </p:grpSpPr>
        <p:sp>
          <p:nvSpPr>
            <p:cNvPr id="50" name="Freeform 50"/>
            <p:cNvSpPr/>
            <p:nvPr/>
          </p:nvSpPr>
          <p:spPr>
            <a:xfrm>
              <a:off x="16891" y="16891"/>
              <a:ext cx="4754880" cy="2438400"/>
            </a:xfrm>
            <a:custGeom>
              <a:avLst/>
              <a:gdLst/>
              <a:ahLst/>
              <a:cxnLst/>
              <a:rect l="l" t="t" r="r" b="b"/>
              <a:pathLst>
                <a:path w="4754880" h="2438400">
                  <a:moveTo>
                    <a:pt x="0" y="0"/>
                  </a:moveTo>
                  <a:lnTo>
                    <a:pt x="4754880" y="0"/>
                  </a:lnTo>
                  <a:lnTo>
                    <a:pt x="475488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4788662" cy="2472182"/>
            </a:xfrm>
            <a:custGeom>
              <a:avLst/>
              <a:gdLst/>
              <a:ahLst/>
              <a:cxnLst/>
              <a:rect l="l" t="t" r="r" b="b"/>
              <a:pathLst>
                <a:path w="4788662" h="2472182">
                  <a:moveTo>
                    <a:pt x="16891" y="0"/>
                  </a:moveTo>
                  <a:lnTo>
                    <a:pt x="4771771" y="0"/>
                  </a:lnTo>
                  <a:cubicBezTo>
                    <a:pt x="4781169" y="0"/>
                    <a:pt x="4788662" y="7620"/>
                    <a:pt x="4788662" y="16891"/>
                  </a:cubicBezTo>
                  <a:lnTo>
                    <a:pt x="4788662" y="2455291"/>
                  </a:lnTo>
                  <a:cubicBezTo>
                    <a:pt x="4788662" y="2464689"/>
                    <a:pt x="4781042" y="2472182"/>
                    <a:pt x="477177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71771" y="2438400"/>
                  </a:lnTo>
                  <a:lnTo>
                    <a:pt x="4771771" y="2455291"/>
                  </a:lnTo>
                  <a:lnTo>
                    <a:pt x="4754880" y="2455291"/>
                  </a:lnTo>
                  <a:lnTo>
                    <a:pt x="4754880" y="16891"/>
                  </a:lnTo>
                  <a:lnTo>
                    <a:pt x="4771771" y="16891"/>
                  </a:lnTo>
                  <a:lnTo>
                    <a:pt x="4771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7402451" y="4605623"/>
            <a:ext cx="3115054" cy="1671088"/>
            <a:chOff x="0" y="0"/>
            <a:chExt cx="4545389" cy="2438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545389" cy="2438400"/>
            </a:xfrm>
            <a:custGeom>
              <a:avLst/>
              <a:gdLst/>
              <a:ahLst/>
              <a:cxnLst/>
              <a:rect l="l" t="t" r="r" b="b"/>
              <a:pathLst>
                <a:path w="4545389" h="2438400">
                  <a:moveTo>
                    <a:pt x="0" y="0"/>
                  </a:moveTo>
                  <a:lnTo>
                    <a:pt x="4545389" y="0"/>
                  </a:lnTo>
                  <a:lnTo>
                    <a:pt x="454538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524" r="-21133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4545389" cy="2476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Recommendation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Decision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698480" y="2066544"/>
            <a:ext cx="731520" cy="731520"/>
            <a:chOff x="0" y="0"/>
            <a:chExt cx="975360" cy="975360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1612880" y="1956816"/>
            <a:ext cx="6400800" cy="1280160"/>
            <a:chOff x="0" y="0"/>
            <a:chExt cx="8534400" cy="17068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534400" cy="1706880"/>
            </a:xfrm>
            <a:custGeom>
              <a:avLst/>
              <a:gdLst/>
              <a:ahLst/>
              <a:cxnLst/>
              <a:rect l="l" t="t" r="r" b="b"/>
              <a:pathLst>
                <a:path w="8534400" h="170688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Ipriority: budget &gt; duration &gt; preferences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0698480" y="3986784"/>
            <a:ext cx="731520" cy="731520"/>
            <a:chOff x="0" y="0"/>
            <a:chExt cx="975360" cy="975360"/>
          </a:xfrm>
        </p:grpSpPr>
        <p:sp>
          <p:nvSpPr>
            <p:cNvPr id="61" name="Freeform 61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1612880" y="3877056"/>
            <a:ext cx="6400800" cy="1280160"/>
            <a:chOff x="0" y="0"/>
            <a:chExt cx="8534400" cy="17068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534400" cy="1706880"/>
            </a:xfrm>
            <a:custGeom>
              <a:avLst/>
              <a:gdLst/>
              <a:ahLst/>
              <a:cxnLst/>
              <a:rect l="l" t="t" r="r" b="b"/>
              <a:pathLst>
                <a:path w="8534400" h="170688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 scoring: cost fit + rating + preference relevance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698480" y="5907024"/>
            <a:ext cx="731520" cy="731520"/>
            <a:chOff x="0" y="0"/>
            <a:chExt cx="975360" cy="975360"/>
          </a:xfrm>
        </p:grpSpPr>
        <p:sp>
          <p:nvSpPr>
            <p:cNvPr id="66" name="Freeform 66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1612880" y="5797296"/>
            <a:ext cx="6400800" cy="1280160"/>
            <a:chOff x="0" y="0"/>
            <a:chExt cx="8534400" cy="170688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534400" cy="1706880"/>
            </a:xfrm>
            <a:custGeom>
              <a:avLst/>
              <a:gdLst/>
              <a:ahLst/>
              <a:cxnLst/>
              <a:rect l="l" t="t" r="r" b="b"/>
              <a:pathLst>
                <a:path w="8534400" h="170688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Transparent rule-driven scoring 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698480" y="7827264"/>
            <a:ext cx="731520" cy="731520"/>
            <a:chOff x="0" y="0"/>
            <a:chExt cx="975360" cy="975360"/>
          </a:xfrm>
        </p:grpSpPr>
        <p:sp>
          <p:nvSpPr>
            <p:cNvPr id="71" name="Freeform 71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11612880" y="7717536"/>
            <a:ext cx="6400800" cy="1280160"/>
            <a:chOff x="0" y="0"/>
            <a:chExt cx="8534400" cy="170688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534400" cy="1706880"/>
            </a:xfrm>
            <a:custGeom>
              <a:avLst/>
              <a:gdLst/>
              <a:ahLst/>
              <a:cxnLst/>
              <a:rect l="l" t="t" r="r" b="b"/>
              <a:pathLst>
                <a:path w="8534400" h="170688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57150"/>
              <a:ext cx="8534400" cy="1764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937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LLM only used for input parsing, not for core planning decisions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>
            <a:off x="6450956" y="5433312"/>
            <a:ext cx="1082338" cy="7855"/>
          </a:xfrm>
          <a:prstGeom prst="line">
            <a:avLst/>
          </a:prstGeom>
          <a:ln w="85725" cap="flat">
            <a:solidFill>
              <a:srgbClr val="FF7A45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6" name="AutoShape 76"/>
          <p:cNvSpPr/>
          <p:nvPr/>
        </p:nvSpPr>
        <p:spPr>
          <a:xfrm>
            <a:off x="16845016" y="10006757"/>
            <a:ext cx="1248674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7" name="AutoShape 77"/>
          <p:cNvSpPr/>
          <p:nvPr/>
        </p:nvSpPr>
        <p:spPr>
          <a:xfrm flipH="1">
            <a:off x="394275" y="9949607"/>
            <a:ext cx="1268850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402336"/>
            <a:ext cx="16824960" cy="1097280"/>
            <a:chOff x="0" y="0"/>
            <a:chExt cx="22433280" cy="1463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33280" cy="1463040"/>
            </a:xfrm>
            <a:custGeom>
              <a:avLst/>
              <a:gdLst/>
              <a:ahLst/>
              <a:cxnLst/>
              <a:rect l="l" t="t" r="r" b="b"/>
              <a:pathLst>
                <a:path w="22433280" h="146304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8770" b="-24877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243328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Tech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1541783"/>
            <a:ext cx="16850363" cy="116843"/>
            <a:chOff x="0" y="0"/>
            <a:chExt cx="22467151" cy="1557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2433280" cy="121920"/>
            </a:xfrm>
            <a:custGeom>
              <a:avLst/>
              <a:gdLst/>
              <a:ahLst/>
              <a:cxnLst/>
              <a:rect l="l" t="t" r="r" b="b"/>
              <a:pathLst>
                <a:path w="22433280" h="121920">
                  <a:moveTo>
                    <a:pt x="0" y="0"/>
                  </a:moveTo>
                  <a:lnTo>
                    <a:pt x="22433280" y="0"/>
                  </a:lnTo>
                  <a:lnTo>
                    <a:pt x="2243328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467063" cy="155704"/>
            </a:xfrm>
            <a:custGeom>
              <a:avLst/>
              <a:gdLst/>
              <a:ahLst/>
              <a:cxnLst/>
              <a:rect l="l" t="t" r="r" b="b"/>
              <a:pathLst>
                <a:path w="22467063" h="155704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38811"/>
                  </a:lnTo>
                  <a:cubicBezTo>
                    <a:pt x="22467063" y="148209"/>
                    <a:pt x="22459443" y="155702"/>
                    <a:pt x="2245017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2450171" y="121920"/>
                  </a:lnTo>
                  <a:lnTo>
                    <a:pt x="22450171" y="138811"/>
                  </a:lnTo>
                  <a:lnTo>
                    <a:pt x="22433280" y="1388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12470" y="1992630"/>
            <a:ext cx="8450580" cy="2196084"/>
            <a:chOff x="0" y="0"/>
            <a:chExt cx="11267440" cy="2928112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1216640" cy="2877312"/>
            </a:xfrm>
            <a:custGeom>
              <a:avLst/>
              <a:gdLst/>
              <a:ahLst/>
              <a:cxnLst/>
              <a:rect l="l" t="t" r="r" b="b"/>
              <a:pathLst>
                <a:path w="11216640" h="2877312">
                  <a:moveTo>
                    <a:pt x="0" y="0"/>
                  </a:moveTo>
                  <a:lnTo>
                    <a:pt x="11216640" y="0"/>
                  </a:lnTo>
                  <a:lnTo>
                    <a:pt x="1121664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1267440" cy="2928112"/>
            </a:xfrm>
            <a:custGeom>
              <a:avLst/>
              <a:gdLst/>
              <a:ahLst/>
              <a:cxnLst/>
              <a:rect l="l" t="t" r="r" b="b"/>
              <a:pathLst>
                <a:path w="11267440" h="2928112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1430"/>
                    <a:pt x="11267440" y="25400"/>
                  </a:cubicBezTo>
                  <a:lnTo>
                    <a:pt x="11267440" y="2902712"/>
                  </a:lnTo>
                  <a:cubicBezTo>
                    <a:pt x="11267440" y="2916682"/>
                    <a:pt x="11256010" y="2928112"/>
                    <a:pt x="11242040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242040" y="2877312"/>
                  </a:lnTo>
                  <a:lnTo>
                    <a:pt x="11242040" y="2902712"/>
                  </a:lnTo>
                  <a:lnTo>
                    <a:pt x="11216640" y="2902712"/>
                  </a:lnTo>
                  <a:lnTo>
                    <a:pt x="11216640" y="25400"/>
                  </a:lnTo>
                  <a:lnTo>
                    <a:pt x="11242040" y="25400"/>
                  </a:lnTo>
                  <a:lnTo>
                    <a:pt x="112420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18823" y="1998983"/>
            <a:ext cx="244859" cy="2183387"/>
            <a:chOff x="0" y="0"/>
            <a:chExt cx="326479" cy="2911183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92608" cy="2877312"/>
            </a:xfrm>
            <a:custGeom>
              <a:avLst/>
              <a:gdLst/>
              <a:ahLst/>
              <a:cxnLst/>
              <a:rect l="l" t="t" r="r" b="b"/>
              <a:pathLst>
                <a:path w="292608" h="2877312">
                  <a:moveTo>
                    <a:pt x="0" y="0"/>
                  </a:moveTo>
                  <a:lnTo>
                    <a:pt x="292608" y="0"/>
                  </a:lnTo>
                  <a:lnTo>
                    <a:pt x="292608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26390" cy="2911094"/>
            </a:xfrm>
            <a:custGeom>
              <a:avLst/>
              <a:gdLst/>
              <a:ahLst/>
              <a:cxnLst/>
              <a:rect l="l" t="t" r="r" b="b"/>
              <a:pathLst>
                <a:path w="326390" h="2911094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894203"/>
                  </a:lnTo>
                  <a:cubicBezTo>
                    <a:pt x="326390" y="2903601"/>
                    <a:pt x="318770" y="2911094"/>
                    <a:pt x="309499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309499" y="2877312"/>
                  </a:lnTo>
                  <a:lnTo>
                    <a:pt x="309499" y="2894203"/>
                  </a:lnTo>
                  <a:lnTo>
                    <a:pt x="292608" y="2894203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33856" y="2194560"/>
            <a:ext cx="7680960" cy="512064"/>
            <a:chOff x="0" y="0"/>
            <a:chExt cx="1024128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99">
                  <a:solidFill>
                    <a:srgbClr val="3AA6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FRONTEND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3856" y="2706624"/>
            <a:ext cx="7680960" cy="694944"/>
            <a:chOff x="0" y="0"/>
            <a:chExt cx="10241280" cy="92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Streamlit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856" y="3438144"/>
            <a:ext cx="7680960" cy="548640"/>
            <a:chOff x="0" y="0"/>
            <a:chExt cx="1024128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Python-based interactive web UI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73590" y="1992630"/>
            <a:ext cx="8450580" cy="2196084"/>
            <a:chOff x="0" y="0"/>
            <a:chExt cx="11267440" cy="2928112"/>
          </a:xfrm>
        </p:grpSpPr>
        <p:sp>
          <p:nvSpPr>
            <p:cNvPr id="24" name="Freeform 24"/>
            <p:cNvSpPr/>
            <p:nvPr/>
          </p:nvSpPr>
          <p:spPr>
            <a:xfrm>
              <a:off x="25400" y="25400"/>
              <a:ext cx="11216640" cy="2877312"/>
            </a:xfrm>
            <a:custGeom>
              <a:avLst/>
              <a:gdLst/>
              <a:ahLst/>
              <a:cxnLst/>
              <a:rect l="l" t="t" r="r" b="b"/>
              <a:pathLst>
                <a:path w="11216640" h="2877312">
                  <a:moveTo>
                    <a:pt x="0" y="0"/>
                  </a:moveTo>
                  <a:lnTo>
                    <a:pt x="11216640" y="0"/>
                  </a:lnTo>
                  <a:lnTo>
                    <a:pt x="1121664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1267440" cy="2928112"/>
            </a:xfrm>
            <a:custGeom>
              <a:avLst/>
              <a:gdLst/>
              <a:ahLst/>
              <a:cxnLst/>
              <a:rect l="l" t="t" r="r" b="b"/>
              <a:pathLst>
                <a:path w="11267440" h="2928112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1430"/>
                    <a:pt x="11267440" y="25400"/>
                  </a:cubicBezTo>
                  <a:lnTo>
                    <a:pt x="11267440" y="2902712"/>
                  </a:lnTo>
                  <a:cubicBezTo>
                    <a:pt x="11267440" y="2916682"/>
                    <a:pt x="11256010" y="2928112"/>
                    <a:pt x="11242040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242040" y="2877312"/>
                  </a:lnTo>
                  <a:lnTo>
                    <a:pt x="11242040" y="2902712"/>
                  </a:lnTo>
                  <a:lnTo>
                    <a:pt x="11216640" y="2902712"/>
                  </a:lnTo>
                  <a:lnTo>
                    <a:pt x="11216640" y="25400"/>
                  </a:lnTo>
                  <a:lnTo>
                    <a:pt x="11242040" y="25400"/>
                  </a:lnTo>
                  <a:lnTo>
                    <a:pt x="112420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ED7A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679943" y="1998983"/>
            <a:ext cx="244859" cy="2183387"/>
            <a:chOff x="0" y="0"/>
            <a:chExt cx="326479" cy="2911183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292608" cy="2877312"/>
            </a:xfrm>
            <a:custGeom>
              <a:avLst/>
              <a:gdLst/>
              <a:ahLst/>
              <a:cxnLst/>
              <a:rect l="l" t="t" r="r" b="b"/>
              <a:pathLst>
                <a:path w="292608" h="2877312">
                  <a:moveTo>
                    <a:pt x="0" y="0"/>
                  </a:moveTo>
                  <a:lnTo>
                    <a:pt x="292608" y="0"/>
                  </a:lnTo>
                  <a:lnTo>
                    <a:pt x="292608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326390" cy="2911094"/>
            </a:xfrm>
            <a:custGeom>
              <a:avLst/>
              <a:gdLst/>
              <a:ahLst/>
              <a:cxnLst/>
              <a:rect l="l" t="t" r="r" b="b"/>
              <a:pathLst>
                <a:path w="326390" h="2911094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894203"/>
                  </a:lnTo>
                  <a:cubicBezTo>
                    <a:pt x="326390" y="2903601"/>
                    <a:pt x="318770" y="2911094"/>
                    <a:pt x="309499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309499" y="2877312"/>
                  </a:lnTo>
                  <a:lnTo>
                    <a:pt x="309499" y="2894203"/>
                  </a:lnTo>
                  <a:lnTo>
                    <a:pt x="292608" y="2894203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0094976" y="2194560"/>
            <a:ext cx="7680960" cy="512064"/>
            <a:chOff x="0" y="0"/>
            <a:chExt cx="10241280" cy="682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99">
                  <a:solidFill>
                    <a:srgbClr val="FF7A45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PARSER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94976" y="2706624"/>
            <a:ext cx="7680960" cy="694944"/>
            <a:chOff x="0" y="0"/>
            <a:chExt cx="10241280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Python / Regex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094976" y="3438144"/>
            <a:ext cx="7680960" cy="548640"/>
            <a:chOff x="0" y="0"/>
            <a:chExt cx="10241280" cy="7315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Rule-based structured input extraction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12470" y="4516374"/>
            <a:ext cx="8450580" cy="2196084"/>
            <a:chOff x="0" y="0"/>
            <a:chExt cx="11267440" cy="2928112"/>
          </a:xfrm>
        </p:grpSpPr>
        <p:sp>
          <p:nvSpPr>
            <p:cNvPr id="39" name="Freeform 39"/>
            <p:cNvSpPr/>
            <p:nvPr/>
          </p:nvSpPr>
          <p:spPr>
            <a:xfrm>
              <a:off x="25400" y="25400"/>
              <a:ext cx="11216640" cy="2877312"/>
            </a:xfrm>
            <a:custGeom>
              <a:avLst/>
              <a:gdLst/>
              <a:ahLst/>
              <a:cxnLst/>
              <a:rect l="l" t="t" r="r" b="b"/>
              <a:pathLst>
                <a:path w="11216640" h="2877312">
                  <a:moveTo>
                    <a:pt x="0" y="0"/>
                  </a:moveTo>
                  <a:lnTo>
                    <a:pt x="11216640" y="0"/>
                  </a:lnTo>
                  <a:lnTo>
                    <a:pt x="1121664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11267440" cy="2928112"/>
            </a:xfrm>
            <a:custGeom>
              <a:avLst/>
              <a:gdLst/>
              <a:ahLst/>
              <a:cxnLst/>
              <a:rect l="l" t="t" r="r" b="b"/>
              <a:pathLst>
                <a:path w="11267440" h="2928112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1430"/>
                    <a:pt x="11267440" y="25400"/>
                  </a:cubicBezTo>
                  <a:lnTo>
                    <a:pt x="11267440" y="2902712"/>
                  </a:lnTo>
                  <a:cubicBezTo>
                    <a:pt x="11267440" y="2916682"/>
                    <a:pt x="11256010" y="2928112"/>
                    <a:pt x="11242040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242040" y="2877312"/>
                  </a:lnTo>
                  <a:lnTo>
                    <a:pt x="11242040" y="2902712"/>
                  </a:lnTo>
                  <a:lnTo>
                    <a:pt x="11216640" y="2902712"/>
                  </a:lnTo>
                  <a:lnTo>
                    <a:pt x="11216640" y="25400"/>
                  </a:lnTo>
                  <a:lnTo>
                    <a:pt x="11242040" y="25400"/>
                  </a:lnTo>
                  <a:lnTo>
                    <a:pt x="112420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718823" y="4522727"/>
            <a:ext cx="244859" cy="2183387"/>
            <a:chOff x="0" y="0"/>
            <a:chExt cx="326479" cy="291118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292608" cy="2877312"/>
            </a:xfrm>
            <a:custGeom>
              <a:avLst/>
              <a:gdLst/>
              <a:ahLst/>
              <a:cxnLst/>
              <a:rect l="l" t="t" r="r" b="b"/>
              <a:pathLst>
                <a:path w="292608" h="2877312">
                  <a:moveTo>
                    <a:pt x="0" y="0"/>
                  </a:moveTo>
                  <a:lnTo>
                    <a:pt x="292608" y="0"/>
                  </a:lnTo>
                  <a:lnTo>
                    <a:pt x="292608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326390" cy="2911094"/>
            </a:xfrm>
            <a:custGeom>
              <a:avLst/>
              <a:gdLst/>
              <a:ahLst/>
              <a:cxnLst/>
              <a:rect l="l" t="t" r="r" b="b"/>
              <a:pathLst>
                <a:path w="326390" h="2911094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894203"/>
                  </a:lnTo>
                  <a:cubicBezTo>
                    <a:pt x="326390" y="2903601"/>
                    <a:pt x="318770" y="2911094"/>
                    <a:pt x="309499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309499" y="2877312"/>
                  </a:lnTo>
                  <a:lnTo>
                    <a:pt x="309499" y="2894203"/>
                  </a:lnTo>
                  <a:lnTo>
                    <a:pt x="292608" y="2894203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33856" y="4718304"/>
            <a:ext cx="7680960" cy="512064"/>
            <a:chOff x="0" y="0"/>
            <a:chExt cx="10241280" cy="6827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99">
                  <a:solidFill>
                    <a:srgbClr val="3AA6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LLM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33856" y="5230368"/>
            <a:ext cx="7680960" cy="694944"/>
            <a:chOff x="0" y="0"/>
            <a:chExt cx="10241280" cy="9265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Claude / GPT API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3856" y="5961888"/>
            <a:ext cx="7680960" cy="548640"/>
            <a:chOff x="0" y="0"/>
            <a:chExt cx="10241280" cy="731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Natural language → structured JSON fallback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73590" y="4516374"/>
            <a:ext cx="8450580" cy="2196084"/>
            <a:chOff x="0" y="0"/>
            <a:chExt cx="11267440" cy="2928112"/>
          </a:xfrm>
        </p:grpSpPr>
        <p:sp>
          <p:nvSpPr>
            <p:cNvPr id="54" name="Freeform 54"/>
            <p:cNvSpPr/>
            <p:nvPr/>
          </p:nvSpPr>
          <p:spPr>
            <a:xfrm>
              <a:off x="25400" y="25400"/>
              <a:ext cx="11216640" cy="2877312"/>
            </a:xfrm>
            <a:custGeom>
              <a:avLst/>
              <a:gdLst/>
              <a:ahLst/>
              <a:cxnLst/>
              <a:rect l="l" t="t" r="r" b="b"/>
              <a:pathLst>
                <a:path w="11216640" h="2877312">
                  <a:moveTo>
                    <a:pt x="0" y="0"/>
                  </a:moveTo>
                  <a:lnTo>
                    <a:pt x="11216640" y="0"/>
                  </a:lnTo>
                  <a:lnTo>
                    <a:pt x="1121664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1267440" cy="2928112"/>
            </a:xfrm>
            <a:custGeom>
              <a:avLst/>
              <a:gdLst/>
              <a:ahLst/>
              <a:cxnLst/>
              <a:rect l="l" t="t" r="r" b="b"/>
              <a:pathLst>
                <a:path w="11267440" h="2928112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1430"/>
                    <a:pt x="11267440" y="25400"/>
                  </a:cubicBezTo>
                  <a:lnTo>
                    <a:pt x="11267440" y="2902712"/>
                  </a:lnTo>
                  <a:cubicBezTo>
                    <a:pt x="11267440" y="2916682"/>
                    <a:pt x="11256010" y="2928112"/>
                    <a:pt x="11242040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242040" y="2877312"/>
                  </a:lnTo>
                  <a:lnTo>
                    <a:pt x="11242040" y="2902712"/>
                  </a:lnTo>
                  <a:lnTo>
                    <a:pt x="11216640" y="2902712"/>
                  </a:lnTo>
                  <a:lnTo>
                    <a:pt x="11216640" y="25400"/>
                  </a:lnTo>
                  <a:lnTo>
                    <a:pt x="11242040" y="25400"/>
                  </a:lnTo>
                  <a:lnTo>
                    <a:pt x="112420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ED7AA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679943" y="4522727"/>
            <a:ext cx="244859" cy="2183387"/>
            <a:chOff x="0" y="0"/>
            <a:chExt cx="326479" cy="2911183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292608" cy="2877312"/>
            </a:xfrm>
            <a:custGeom>
              <a:avLst/>
              <a:gdLst/>
              <a:ahLst/>
              <a:cxnLst/>
              <a:rect l="l" t="t" r="r" b="b"/>
              <a:pathLst>
                <a:path w="292608" h="2877312">
                  <a:moveTo>
                    <a:pt x="0" y="0"/>
                  </a:moveTo>
                  <a:lnTo>
                    <a:pt x="292608" y="0"/>
                  </a:lnTo>
                  <a:lnTo>
                    <a:pt x="292608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326390" cy="2911094"/>
            </a:xfrm>
            <a:custGeom>
              <a:avLst/>
              <a:gdLst/>
              <a:ahLst/>
              <a:cxnLst/>
              <a:rect l="l" t="t" r="r" b="b"/>
              <a:pathLst>
                <a:path w="326390" h="2911094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894203"/>
                  </a:lnTo>
                  <a:cubicBezTo>
                    <a:pt x="326390" y="2903601"/>
                    <a:pt x="318770" y="2911094"/>
                    <a:pt x="309499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309499" y="2877312"/>
                  </a:lnTo>
                  <a:lnTo>
                    <a:pt x="309499" y="2894203"/>
                  </a:lnTo>
                  <a:lnTo>
                    <a:pt x="292608" y="2894203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0094976" y="4718304"/>
            <a:ext cx="7680960" cy="512064"/>
            <a:chOff x="0" y="0"/>
            <a:chExt cx="10241280" cy="6827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99">
                  <a:solidFill>
                    <a:srgbClr val="FF7A45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ORCHESTRATION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094976" y="5230368"/>
            <a:ext cx="7680960" cy="694944"/>
            <a:chOff x="0" y="0"/>
            <a:chExt cx="10241280" cy="9265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MCP Protocol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094976" y="5961888"/>
            <a:ext cx="7680960" cy="548640"/>
            <a:chOff x="0" y="0"/>
            <a:chExt cx="10241280" cy="7315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Tool routing without LangChain/LangGraph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448300" y="7062216"/>
            <a:ext cx="8450580" cy="2196084"/>
            <a:chOff x="0" y="0"/>
            <a:chExt cx="11267440" cy="2928112"/>
          </a:xfrm>
        </p:grpSpPr>
        <p:sp>
          <p:nvSpPr>
            <p:cNvPr id="69" name="Freeform 69"/>
            <p:cNvSpPr/>
            <p:nvPr/>
          </p:nvSpPr>
          <p:spPr>
            <a:xfrm>
              <a:off x="25400" y="25400"/>
              <a:ext cx="11216640" cy="2877312"/>
            </a:xfrm>
            <a:custGeom>
              <a:avLst/>
              <a:gdLst/>
              <a:ahLst/>
              <a:cxnLst/>
              <a:rect l="l" t="t" r="r" b="b"/>
              <a:pathLst>
                <a:path w="11216640" h="2877312">
                  <a:moveTo>
                    <a:pt x="0" y="0"/>
                  </a:moveTo>
                  <a:lnTo>
                    <a:pt x="11216640" y="0"/>
                  </a:lnTo>
                  <a:lnTo>
                    <a:pt x="1121664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1267440" cy="2928112"/>
            </a:xfrm>
            <a:custGeom>
              <a:avLst/>
              <a:gdLst/>
              <a:ahLst/>
              <a:cxnLst/>
              <a:rect l="l" t="t" r="r" b="b"/>
              <a:pathLst>
                <a:path w="11267440" h="2928112">
                  <a:moveTo>
                    <a:pt x="25400" y="0"/>
                  </a:moveTo>
                  <a:lnTo>
                    <a:pt x="11242040" y="0"/>
                  </a:lnTo>
                  <a:cubicBezTo>
                    <a:pt x="11256010" y="0"/>
                    <a:pt x="11267440" y="11430"/>
                    <a:pt x="11267440" y="25400"/>
                  </a:cubicBezTo>
                  <a:lnTo>
                    <a:pt x="11267440" y="2902712"/>
                  </a:lnTo>
                  <a:cubicBezTo>
                    <a:pt x="11267440" y="2916682"/>
                    <a:pt x="11256010" y="2928112"/>
                    <a:pt x="11242040" y="2928112"/>
                  </a:cubicBezTo>
                  <a:lnTo>
                    <a:pt x="25400" y="2928112"/>
                  </a:lnTo>
                  <a:cubicBezTo>
                    <a:pt x="11430" y="2928112"/>
                    <a:pt x="0" y="2916682"/>
                    <a:pt x="0" y="2902712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02712"/>
                  </a:lnTo>
                  <a:lnTo>
                    <a:pt x="25400" y="2902712"/>
                  </a:lnTo>
                  <a:lnTo>
                    <a:pt x="25400" y="2877312"/>
                  </a:lnTo>
                  <a:lnTo>
                    <a:pt x="11242040" y="2877312"/>
                  </a:lnTo>
                  <a:lnTo>
                    <a:pt x="11242040" y="2902712"/>
                  </a:lnTo>
                  <a:lnTo>
                    <a:pt x="11216640" y="2902712"/>
                  </a:lnTo>
                  <a:lnTo>
                    <a:pt x="11216640" y="25400"/>
                  </a:lnTo>
                  <a:lnTo>
                    <a:pt x="11242040" y="25400"/>
                  </a:lnTo>
                  <a:lnTo>
                    <a:pt x="112420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5203441" y="7074913"/>
            <a:ext cx="244859" cy="2183387"/>
            <a:chOff x="0" y="0"/>
            <a:chExt cx="326479" cy="2911183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292608" cy="2877312"/>
            </a:xfrm>
            <a:custGeom>
              <a:avLst/>
              <a:gdLst/>
              <a:ahLst/>
              <a:cxnLst/>
              <a:rect l="l" t="t" r="r" b="b"/>
              <a:pathLst>
                <a:path w="292608" h="2877312">
                  <a:moveTo>
                    <a:pt x="0" y="0"/>
                  </a:moveTo>
                  <a:lnTo>
                    <a:pt x="292608" y="0"/>
                  </a:lnTo>
                  <a:lnTo>
                    <a:pt x="292608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326390" cy="2911094"/>
            </a:xfrm>
            <a:custGeom>
              <a:avLst/>
              <a:gdLst/>
              <a:ahLst/>
              <a:cxnLst/>
              <a:rect l="l" t="t" r="r" b="b"/>
              <a:pathLst>
                <a:path w="326390" h="2911094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2894203"/>
                  </a:lnTo>
                  <a:cubicBezTo>
                    <a:pt x="326390" y="2903601"/>
                    <a:pt x="318770" y="2911094"/>
                    <a:pt x="309499" y="2911094"/>
                  </a:cubicBezTo>
                  <a:lnTo>
                    <a:pt x="16891" y="2911094"/>
                  </a:lnTo>
                  <a:cubicBezTo>
                    <a:pt x="7493" y="2911094"/>
                    <a:pt x="0" y="2903474"/>
                    <a:pt x="0" y="2894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94203"/>
                  </a:lnTo>
                  <a:lnTo>
                    <a:pt x="16891" y="2894203"/>
                  </a:lnTo>
                  <a:lnTo>
                    <a:pt x="16891" y="2877312"/>
                  </a:lnTo>
                  <a:lnTo>
                    <a:pt x="309499" y="2877312"/>
                  </a:lnTo>
                  <a:lnTo>
                    <a:pt x="309499" y="2894203"/>
                  </a:lnTo>
                  <a:lnTo>
                    <a:pt x="292608" y="2894203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5833110" y="7343013"/>
            <a:ext cx="7680960" cy="512064"/>
            <a:chOff x="0" y="0"/>
            <a:chExt cx="10241280" cy="68275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0241280" cy="682752"/>
            </a:xfrm>
            <a:custGeom>
              <a:avLst/>
              <a:gdLst/>
              <a:ahLst/>
              <a:cxnLst/>
              <a:rect l="l" t="t" r="r" b="b"/>
              <a:pathLst>
                <a:path w="10241280" h="682752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99">
                  <a:solidFill>
                    <a:srgbClr val="3AA6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LOCATION API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833110" y="7790688"/>
            <a:ext cx="7680960" cy="694944"/>
            <a:chOff x="0" y="0"/>
            <a:chExt cx="10241280" cy="92659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0241280" cy="926592"/>
            </a:xfrm>
            <a:custGeom>
              <a:avLst/>
              <a:gdLst/>
              <a:ahLst/>
              <a:cxnLst/>
              <a:rect l="l" t="t" r="r" b="b"/>
              <a:pathLst>
                <a:path w="10241280" h="926592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360" b="-16536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10241280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Google Places / OSM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833110" y="8388477"/>
            <a:ext cx="7680960" cy="548640"/>
            <a:chOff x="0" y="0"/>
            <a:chExt cx="10241280" cy="73152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1024128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Real-time destination &amp; POI data</a:t>
              </a:r>
            </a:p>
          </p:txBody>
        </p:sp>
      </p:grpSp>
      <p:sp>
        <p:nvSpPr>
          <p:cNvPr id="83" name="AutoShape 83"/>
          <p:cNvSpPr/>
          <p:nvPr/>
        </p:nvSpPr>
        <p:spPr>
          <a:xfrm>
            <a:off x="16932143" y="9826752"/>
            <a:ext cx="1248674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4" name="AutoShape 84"/>
          <p:cNvSpPr/>
          <p:nvPr/>
        </p:nvSpPr>
        <p:spPr>
          <a:xfrm flipH="1" flipV="1">
            <a:off x="209557" y="9769602"/>
            <a:ext cx="1456804" cy="5715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17703" y="6388103"/>
            <a:ext cx="5511803" cy="5511803"/>
            <a:chOff x="0" y="0"/>
            <a:chExt cx="7349071" cy="73490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3AA6FF">
                <a:alpha val="1961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349109" cy="7348982"/>
            </a:xfrm>
            <a:custGeom>
              <a:avLst/>
              <a:gdLst/>
              <a:ahLst/>
              <a:cxnLst/>
              <a:rect l="l" t="t" r="r" b="b"/>
              <a:pathLst>
                <a:path w="7349109" h="7348982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3AA6FF">
                <a:alpha val="1961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97280" y="548640"/>
            <a:ext cx="14630400" cy="1097280"/>
            <a:chOff x="0" y="0"/>
            <a:chExt cx="195072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07200" cy="1463040"/>
            </a:xfrm>
            <a:custGeom>
              <a:avLst/>
              <a:gdLst/>
              <a:ahLst/>
              <a:cxnLst/>
              <a:rect l="l" t="t" r="r" b="b"/>
              <a:pathLst>
                <a:path w="19507200" h="146304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42875"/>
              <a:ext cx="19507200" cy="1605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The Solution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7320" y="1641729"/>
            <a:ext cx="14630400" cy="768096"/>
            <a:chOff x="0" y="0"/>
            <a:chExt cx="19507200" cy="10241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0" cy="1024128"/>
            </a:xfrm>
            <a:custGeom>
              <a:avLst/>
              <a:gdLst/>
              <a:ahLst/>
              <a:cxnLst/>
              <a:rect l="l" t="t" r="r" b="b"/>
              <a:pathLst>
                <a:path w="19507200" h="1024128">
                  <a:moveTo>
                    <a:pt x="0" y="0"/>
                  </a:moveTo>
                  <a:lnTo>
                    <a:pt x="19507200" y="0"/>
                  </a:lnTo>
                  <a:lnTo>
                    <a:pt x="195072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3524" b="-31876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9507200" cy="1090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93C5FD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One system that turns input into complete travel plans instantly.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15477" y="3169202"/>
            <a:ext cx="3988511" cy="3988511"/>
            <a:chOff x="0" y="0"/>
            <a:chExt cx="5676049" cy="5676049"/>
          </a:xfrm>
        </p:grpSpPr>
        <p:sp>
          <p:nvSpPr>
            <p:cNvPr id="12" name="Freeform 12"/>
            <p:cNvSpPr/>
            <p:nvPr/>
          </p:nvSpPr>
          <p:spPr>
            <a:xfrm>
              <a:off x="33909" y="33909"/>
              <a:ext cx="5608320" cy="5608320"/>
            </a:xfrm>
            <a:custGeom>
              <a:avLst/>
              <a:gdLst/>
              <a:ahLst/>
              <a:cxnLst/>
              <a:rect l="l" t="t" r="r" b="b"/>
              <a:pathLst>
                <a:path w="5608320" h="5608320">
                  <a:moveTo>
                    <a:pt x="0" y="2804160"/>
                  </a:moveTo>
                  <a:cubicBezTo>
                    <a:pt x="0" y="1255522"/>
                    <a:pt x="1255522" y="0"/>
                    <a:pt x="2804160" y="0"/>
                  </a:cubicBezTo>
                  <a:cubicBezTo>
                    <a:pt x="4352798" y="0"/>
                    <a:pt x="5608320" y="1255522"/>
                    <a:pt x="5608320" y="2804160"/>
                  </a:cubicBezTo>
                  <a:cubicBezTo>
                    <a:pt x="5608320" y="4352798"/>
                    <a:pt x="4352798" y="5608320"/>
                    <a:pt x="2804160" y="5608320"/>
                  </a:cubicBezTo>
                  <a:cubicBezTo>
                    <a:pt x="1255522" y="5608320"/>
                    <a:pt x="0" y="4352798"/>
                    <a:pt x="0" y="2804160"/>
                  </a:cubicBezTo>
                  <a:close/>
                </a:path>
              </a:pathLst>
            </a:custGeom>
            <a:solidFill>
              <a:srgbClr val="3AA6FF">
                <a:alpha val="63922"/>
              </a:srgbClr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676011" cy="5676138"/>
            </a:xfrm>
            <a:custGeom>
              <a:avLst/>
              <a:gdLst/>
              <a:ahLst/>
              <a:cxnLst/>
              <a:rect l="l" t="t" r="r" b="b"/>
              <a:pathLst>
                <a:path w="5676011" h="5676138">
                  <a:moveTo>
                    <a:pt x="0" y="2838069"/>
                  </a:moveTo>
                  <a:cubicBezTo>
                    <a:pt x="0" y="1270635"/>
                    <a:pt x="1270635" y="0"/>
                    <a:pt x="2838069" y="0"/>
                  </a:cubicBezTo>
                  <a:lnTo>
                    <a:pt x="2838069" y="33909"/>
                  </a:lnTo>
                  <a:lnTo>
                    <a:pt x="2838069" y="0"/>
                  </a:lnTo>
                  <a:cubicBezTo>
                    <a:pt x="4405376" y="0"/>
                    <a:pt x="5676011" y="1270635"/>
                    <a:pt x="5676011" y="2838069"/>
                  </a:cubicBezTo>
                  <a:lnTo>
                    <a:pt x="5642102" y="2838069"/>
                  </a:lnTo>
                  <a:lnTo>
                    <a:pt x="5676011" y="2838069"/>
                  </a:lnTo>
                  <a:cubicBezTo>
                    <a:pt x="5676011" y="4405503"/>
                    <a:pt x="4405376" y="5676138"/>
                    <a:pt x="2837942" y="5676138"/>
                  </a:cubicBezTo>
                  <a:lnTo>
                    <a:pt x="2837942" y="5642229"/>
                  </a:lnTo>
                  <a:lnTo>
                    <a:pt x="2837942" y="5676138"/>
                  </a:lnTo>
                  <a:cubicBezTo>
                    <a:pt x="1270635" y="5676011"/>
                    <a:pt x="0" y="4405376"/>
                    <a:pt x="0" y="2838069"/>
                  </a:cubicBezTo>
                  <a:lnTo>
                    <a:pt x="33909" y="2838069"/>
                  </a:lnTo>
                  <a:lnTo>
                    <a:pt x="67691" y="2838069"/>
                  </a:lnTo>
                  <a:lnTo>
                    <a:pt x="33909" y="2838069"/>
                  </a:lnTo>
                  <a:lnTo>
                    <a:pt x="0" y="2838069"/>
                  </a:lnTo>
                  <a:moveTo>
                    <a:pt x="67691" y="2838069"/>
                  </a:moveTo>
                  <a:cubicBezTo>
                    <a:pt x="67691" y="2856738"/>
                    <a:pt x="52578" y="2871978"/>
                    <a:pt x="33782" y="2871978"/>
                  </a:cubicBezTo>
                  <a:cubicBezTo>
                    <a:pt x="14986" y="2871978"/>
                    <a:pt x="0" y="2856738"/>
                    <a:pt x="0" y="2838069"/>
                  </a:cubicBezTo>
                  <a:cubicBezTo>
                    <a:pt x="0" y="2819400"/>
                    <a:pt x="15113" y="2804160"/>
                    <a:pt x="33909" y="2804160"/>
                  </a:cubicBezTo>
                  <a:cubicBezTo>
                    <a:pt x="52705" y="2804160"/>
                    <a:pt x="67818" y="2819273"/>
                    <a:pt x="67818" y="2838069"/>
                  </a:cubicBezTo>
                  <a:cubicBezTo>
                    <a:pt x="67818" y="4368038"/>
                    <a:pt x="1308100" y="5608320"/>
                    <a:pt x="2838069" y="5608320"/>
                  </a:cubicBezTo>
                  <a:cubicBezTo>
                    <a:pt x="4368038" y="5608320"/>
                    <a:pt x="5608320" y="4368038"/>
                    <a:pt x="5608320" y="2838069"/>
                  </a:cubicBezTo>
                  <a:cubicBezTo>
                    <a:pt x="5608320" y="1308100"/>
                    <a:pt x="4368038" y="67818"/>
                    <a:pt x="2838069" y="67818"/>
                  </a:cubicBezTo>
                  <a:lnTo>
                    <a:pt x="2838069" y="33909"/>
                  </a:lnTo>
                  <a:lnTo>
                    <a:pt x="2838069" y="67691"/>
                  </a:lnTo>
                  <a:cubicBezTo>
                    <a:pt x="1307973" y="67691"/>
                    <a:pt x="67691" y="1307973"/>
                    <a:pt x="67691" y="2838069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680960" y="3657600"/>
            <a:ext cx="2651760" cy="2651760"/>
            <a:chOff x="0" y="0"/>
            <a:chExt cx="3901440" cy="390144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901440" cy="3901440"/>
            </a:xfrm>
            <a:custGeom>
              <a:avLst/>
              <a:gdLst/>
              <a:ahLst/>
              <a:cxnLst/>
              <a:rect l="l" t="t" r="r" b="b"/>
              <a:pathLst>
                <a:path w="3901440" h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901440"/>
                  </a:lnTo>
                  <a:lnTo>
                    <a:pt x="0" y="390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151904" y="3419856"/>
            <a:ext cx="731520" cy="731520"/>
            <a:chOff x="0" y="0"/>
            <a:chExt cx="975360" cy="97536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48640" y="3883298"/>
            <a:ext cx="3383280" cy="1280160"/>
            <a:chOff x="0" y="0"/>
            <a:chExt cx="4511040" cy="17068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511040" cy="1706880"/>
            </a:xfrm>
            <a:custGeom>
              <a:avLst/>
              <a:gdLst/>
              <a:ahLst/>
              <a:cxnLst/>
              <a:rect l="l" t="t" r="r" b="b"/>
              <a:pathLst>
                <a:path w="4511040" h="1706880">
                  <a:moveTo>
                    <a:pt x="0" y="0"/>
                  </a:moveTo>
                  <a:lnTo>
                    <a:pt x="4511040" y="0"/>
                  </a:lnTo>
                  <a:lnTo>
                    <a:pt x="45110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6" b="-149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51104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User Input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(Text or Form)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24560" y="2838450"/>
            <a:ext cx="731520" cy="731520"/>
            <a:chOff x="0" y="0"/>
            <a:chExt cx="975360" cy="97536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13121640" y="3608070"/>
            <a:ext cx="3383280" cy="1280160"/>
            <a:chOff x="0" y="0"/>
            <a:chExt cx="4511040" cy="17068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11040" cy="1706880"/>
            </a:xfrm>
            <a:custGeom>
              <a:avLst/>
              <a:gdLst/>
              <a:ahLst/>
              <a:cxnLst/>
              <a:rect l="l" t="t" r="r" b="b"/>
              <a:pathLst>
                <a:path w="4511040" h="1706880">
                  <a:moveTo>
                    <a:pt x="0" y="0"/>
                  </a:moveTo>
                  <a:lnTo>
                    <a:pt x="4511040" y="0"/>
                  </a:lnTo>
                  <a:lnTo>
                    <a:pt x="45110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6" b="-149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51104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Smart Itinerary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Generation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624560" y="6078855"/>
            <a:ext cx="731520" cy="731520"/>
            <a:chOff x="0" y="0"/>
            <a:chExt cx="975360" cy="97536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3387061" y="7102159"/>
            <a:ext cx="3383280" cy="1280160"/>
            <a:chOff x="0" y="0"/>
            <a:chExt cx="4511040" cy="17068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11040" cy="1706880"/>
            </a:xfrm>
            <a:custGeom>
              <a:avLst/>
              <a:gdLst/>
              <a:ahLst/>
              <a:cxnLst/>
              <a:rect l="l" t="t" r="r" b="b"/>
              <a:pathLst>
                <a:path w="4511040" h="1706880">
                  <a:moveTo>
                    <a:pt x="0" y="0"/>
                  </a:moveTo>
                  <a:lnTo>
                    <a:pt x="4511040" y="0"/>
                  </a:lnTo>
                  <a:lnTo>
                    <a:pt x="45110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6" b="-149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51104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Budget-Aware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Planning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17320" y="5943600"/>
            <a:ext cx="731520" cy="731520"/>
            <a:chOff x="0" y="0"/>
            <a:chExt cx="975360" cy="97536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826352" y="6620256"/>
            <a:ext cx="3383280" cy="1280160"/>
            <a:chOff x="0" y="0"/>
            <a:chExt cx="4511040" cy="17068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511040" cy="1706880"/>
            </a:xfrm>
            <a:custGeom>
              <a:avLst/>
              <a:gdLst/>
              <a:ahLst/>
              <a:cxnLst/>
              <a:rect l="l" t="t" r="r" b="b"/>
              <a:pathLst>
                <a:path w="4511040" h="1706880">
                  <a:moveTo>
                    <a:pt x="0" y="0"/>
                  </a:moveTo>
                  <a:lnTo>
                    <a:pt x="4511040" y="0"/>
                  </a:lnTo>
                  <a:lnTo>
                    <a:pt x="45110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6" b="-149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4511040" cy="17545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Real-world</a:t>
              </a:r>
            </a:p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API Data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59303" y="8674103"/>
            <a:ext cx="9169403" cy="1031243"/>
            <a:chOff x="0" y="0"/>
            <a:chExt cx="12225871" cy="1374991"/>
          </a:xfrm>
        </p:grpSpPr>
        <p:sp>
          <p:nvSpPr>
            <p:cNvPr id="37" name="Freeform 37"/>
            <p:cNvSpPr/>
            <p:nvPr/>
          </p:nvSpPr>
          <p:spPr>
            <a:xfrm>
              <a:off x="16891" y="16891"/>
              <a:ext cx="12192127" cy="1341120"/>
            </a:xfrm>
            <a:custGeom>
              <a:avLst/>
              <a:gdLst/>
              <a:ahLst/>
              <a:cxnLst/>
              <a:rect l="l" t="t" r="r" b="b"/>
              <a:pathLst>
                <a:path w="12192127" h="1341120">
                  <a:moveTo>
                    <a:pt x="0" y="365760"/>
                  </a:moveTo>
                  <a:cubicBezTo>
                    <a:pt x="0" y="163703"/>
                    <a:pt x="167386" y="0"/>
                    <a:pt x="374015" y="0"/>
                  </a:cubicBezTo>
                  <a:lnTo>
                    <a:pt x="11818112" y="0"/>
                  </a:lnTo>
                  <a:cubicBezTo>
                    <a:pt x="12024614" y="0"/>
                    <a:pt x="12192127" y="163703"/>
                    <a:pt x="12192127" y="365760"/>
                  </a:cubicBezTo>
                  <a:lnTo>
                    <a:pt x="12192127" y="975360"/>
                  </a:lnTo>
                  <a:cubicBezTo>
                    <a:pt x="12192127" y="1177417"/>
                    <a:pt x="12024741" y="1341120"/>
                    <a:pt x="11818112" y="1341120"/>
                  </a:cubicBezTo>
                  <a:lnTo>
                    <a:pt x="374015" y="1341120"/>
                  </a:lnTo>
                  <a:cubicBezTo>
                    <a:pt x="167513" y="1341120"/>
                    <a:pt x="0" y="1177417"/>
                    <a:pt x="0" y="975360"/>
                  </a:cubicBezTo>
                  <a:close/>
                </a:path>
              </a:pathLst>
            </a:custGeom>
            <a:solidFill>
              <a:srgbClr val="FF7A45">
                <a:alpha val="72157"/>
              </a:srgbClr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12225910" cy="1374902"/>
            </a:xfrm>
            <a:custGeom>
              <a:avLst/>
              <a:gdLst/>
              <a:ahLst/>
              <a:cxnLst/>
              <a:rect l="l" t="t" r="r" b="b"/>
              <a:pathLst>
                <a:path w="12225910" h="1374902">
                  <a:moveTo>
                    <a:pt x="0" y="382651"/>
                  </a:moveTo>
                  <a:cubicBezTo>
                    <a:pt x="0" y="170942"/>
                    <a:pt x="175387" y="0"/>
                    <a:pt x="390906" y="0"/>
                  </a:cubicBezTo>
                  <a:lnTo>
                    <a:pt x="11835003" y="0"/>
                  </a:lnTo>
                  <a:lnTo>
                    <a:pt x="11835003" y="16891"/>
                  </a:lnTo>
                  <a:lnTo>
                    <a:pt x="11835003" y="0"/>
                  </a:lnTo>
                  <a:cubicBezTo>
                    <a:pt x="12050522" y="0"/>
                    <a:pt x="12225910" y="170942"/>
                    <a:pt x="12225910" y="382651"/>
                  </a:cubicBezTo>
                  <a:lnTo>
                    <a:pt x="12209018" y="382651"/>
                  </a:lnTo>
                  <a:lnTo>
                    <a:pt x="12225910" y="382651"/>
                  </a:lnTo>
                  <a:lnTo>
                    <a:pt x="12225910" y="992251"/>
                  </a:lnTo>
                  <a:lnTo>
                    <a:pt x="12209018" y="992251"/>
                  </a:lnTo>
                  <a:lnTo>
                    <a:pt x="12225910" y="992251"/>
                  </a:lnTo>
                  <a:cubicBezTo>
                    <a:pt x="12225910" y="1203960"/>
                    <a:pt x="12050522" y="1374902"/>
                    <a:pt x="11835003" y="1374902"/>
                  </a:cubicBezTo>
                  <a:lnTo>
                    <a:pt x="11835003" y="1358011"/>
                  </a:lnTo>
                  <a:lnTo>
                    <a:pt x="11835003" y="1374902"/>
                  </a:lnTo>
                  <a:lnTo>
                    <a:pt x="390906" y="1374902"/>
                  </a:lnTo>
                  <a:lnTo>
                    <a:pt x="390906" y="1358011"/>
                  </a:lnTo>
                  <a:lnTo>
                    <a:pt x="390906" y="1374902"/>
                  </a:lnTo>
                  <a:cubicBezTo>
                    <a:pt x="175387" y="1375029"/>
                    <a:pt x="0" y="1203960"/>
                    <a:pt x="0" y="992251"/>
                  </a:cubicBezTo>
                  <a:lnTo>
                    <a:pt x="0" y="382651"/>
                  </a:lnTo>
                  <a:lnTo>
                    <a:pt x="16891" y="382651"/>
                  </a:lnTo>
                  <a:lnTo>
                    <a:pt x="0" y="382651"/>
                  </a:lnTo>
                  <a:moveTo>
                    <a:pt x="33909" y="382651"/>
                  </a:moveTo>
                  <a:lnTo>
                    <a:pt x="33909" y="992251"/>
                  </a:lnTo>
                  <a:lnTo>
                    <a:pt x="16891" y="992251"/>
                  </a:lnTo>
                  <a:lnTo>
                    <a:pt x="33909" y="992251"/>
                  </a:lnTo>
                  <a:cubicBezTo>
                    <a:pt x="33909" y="1184529"/>
                    <a:pt x="193421" y="1341120"/>
                    <a:pt x="390906" y="1341120"/>
                  </a:cubicBezTo>
                  <a:lnTo>
                    <a:pt x="11835003" y="1341120"/>
                  </a:lnTo>
                  <a:cubicBezTo>
                    <a:pt x="12032488" y="1341120"/>
                    <a:pt x="12192000" y="1184529"/>
                    <a:pt x="12192000" y="992251"/>
                  </a:cubicBezTo>
                  <a:lnTo>
                    <a:pt x="12192000" y="382651"/>
                  </a:lnTo>
                  <a:cubicBezTo>
                    <a:pt x="12192000" y="190373"/>
                    <a:pt x="12032488" y="33782"/>
                    <a:pt x="11835003" y="33782"/>
                  </a:cubicBezTo>
                  <a:lnTo>
                    <a:pt x="390906" y="33782"/>
                  </a:lnTo>
                  <a:lnTo>
                    <a:pt x="390906" y="16891"/>
                  </a:lnTo>
                  <a:lnTo>
                    <a:pt x="390906" y="33909"/>
                  </a:lnTo>
                  <a:cubicBezTo>
                    <a:pt x="193421" y="33909"/>
                    <a:pt x="33909" y="190373"/>
                    <a:pt x="33909" y="382651"/>
                  </a:cubicBez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4572000" y="8686800"/>
            <a:ext cx="9144000" cy="1005840"/>
            <a:chOff x="0" y="0"/>
            <a:chExt cx="12192000" cy="13411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192000" cy="1341120"/>
            </a:xfrm>
            <a:custGeom>
              <a:avLst/>
              <a:gdLst/>
              <a:ahLst/>
              <a:cxnLst/>
              <a:rect l="l" t="t" r="r" b="b"/>
              <a:pathLst>
                <a:path w="12192000" h="1341120">
                  <a:moveTo>
                    <a:pt x="0" y="0"/>
                  </a:moveTo>
                  <a:lnTo>
                    <a:pt x="12192000" y="0"/>
                  </a:lnTo>
                  <a:lnTo>
                    <a:pt x="12192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136" b="-127136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2192000" cy="13982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Hybrid AI  ·  MCP Orchestration  ·  Streamlit UI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005840"/>
            <a:chOff x="0" y="0"/>
            <a:chExt cx="21945600" cy="13411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8846" b="-26884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Demo Output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" y="1316736"/>
            <a:ext cx="16459200" cy="640080"/>
            <a:chOff x="0" y="0"/>
            <a:chExt cx="21945600" cy="8534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i="1">
                  <a:solidFill>
                    <a:srgbClr val="93C5FD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Sample: 3-Day Hyderabad Trip  ·  ₹500/day Budget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3286" y="2138934"/>
            <a:ext cx="5707380" cy="7536180"/>
            <a:chOff x="0" y="0"/>
            <a:chExt cx="7609840" cy="10048240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7559040" cy="9997440"/>
            </a:xfrm>
            <a:custGeom>
              <a:avLst/>
              <a:gdLst/>
              <a:ahLst/>
              <a:cxnLst/>
              <a:rect l="l" t="t" r="r" b="b"/>
              <a:pathLst>
                <a:path w="7559040" h="9997440">
                  <a:moveTo>
                    <a:pt x="0" y="0"/>
                  </a:moveTo>
                  <a:lnTo>
                    <a:pt x="7559040" y="0"/>
                  </a:lnTo>
                  <a:lnTo>
                    <a:pt x="7559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609840" cy="10048240"/>
            </a:xfrm>
            <a:custGeom>
              <a:avLst/>
              <a:gdLst/>
              <a:ahLst/>
              <a:cxnLst/>
              <a:rect l="l" t="t" r="r" b="b"/>
              <a:pathLst>
                <a:path w="7609840" h="100482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10022840"/>
                  </a:lnTo>
                  <a:cubicBezTo>
                    <a:pt x="7609840" y="10036810"/>
                    <a:pt x="7598410" y="10048240"/>
                    <a:pt x="7584440" y="10048240"/>
                  </a:cubicBezTo>
                  <a:lnTo>
                    <a:pt x="25400" y="10048240"/>
                  </a:lnTo>
                  <a:cubicBezTo>
                    <a:pt x="11430" y="10048240"/>
                    <a:pt x="0" y="10036810"/>
                    <a:pt x="0" y="10022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022840"/>
                  </a:lnTo>
                  <a:lnTo>
                    <a:pt x="25400" y="10022840"/>
                  </a:lnTo>
                  <a:lnTo>
                    <a:pt x="25400" y="9997440"/>
                  </a:lnTo>
                  <a:lnTo>
                    <a:pt x="7584440" y="9997440"/>
                  </a:lnTo>
                  <a:lnTo>
                    <a:pt x="7584440" y="10022840"/>
                  </a:lnTo>
                  <a:lnTo>
                    <a:pt x="7559040" y="10022840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389639" y="2145287"/>
            <a:ext cx="5694683" cy="1122683"/>
            <a:chOff x="0" y="0"/>
            <a:chExt cx="7592911" cy="149691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559040" cy="1463040"/>
            </a:xfrm>
            <a:custGeom>
              <a:avLst/>
              <a:gdLst/>
              <a:ahLst/>
              <a:cxnLst/>
              <a:rect l="l" t="t" r="r" b="b"/>
              <a:pathLst>
                <a:path w="7559040" h="1463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592822" cy="1496822"/>
            </a:xfrm>
            <a:custGeom>
              <a:avLst/>
              <a:gdLst/>
              <a:ahLst/>
              <a:cxnLst/>
              <a:rect l="l" t="t" r="r" b="b"/>
              <a:pathLst>
                <a:path w="7592822" h="1496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479931"/>
                  </a:lnTo>
                  <a:cubicBezTo>
                    <a:pt x="7592822" y="1489329"/>
                    <a:pt x="7585202" y="1496822"/>
                    <a:pt x="757593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7575931" y="1463040"/>
                  </a:lnTo>
                  <a:lnTo>
                    <a:pt x="7575931" y="1479931"/>
                  </a:lnTo>
                  <a:lnTo>
                    <a:pt x="7559040" y="14799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402336" y="2157984"/>
            <a:ext cx="2194560" cy="1097280"/>
            <a:chOff x="0" y="0"/>
            <a:chExt cx="2926080" cy="14630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26080" cy="1463040"/>
            </a:xfrm>
            <a:custGeom>
              <a:avLst/>
              <a:gdLst/>
              <a:ahLst/>
              <a:cxnLst/>
              <a:rect l="l" t="t" r="r" b="b"/>
              <a:pathLst>
                <a:path w="2926080" h="1463040">
                  <a:moveTo>
                    <a:pt x="0" y="0"/>
                  </a:moveTo>
                  <a:lnTo>
                    <a:pt x="2926080" y="0"/>
                  </a:lnTo>
                  <a:lnTo>
                    <a:pt x="2926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r="-1415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9260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Day 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96896" y="2157984"/>
            <a:ext cx="3474720" cy="1097280"/>
            <a:chOff x="0" y="0"/>
            <a:chExt cx="4632960" cy="14630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32960" cy="1463040"/>
            </a:xfrm>
            <a:custGeom>
              <a:avLst/>
              <a:gdLst/>
              <a:ahLst/>
              <a:cxnLst/>
              <a:rect l="l" t="t" r="r" b="b"/>
              <a:pathLst>
                <a:path w="4632960" h="1463040">
                  <a:moveTo>
                    <a:pt x="0" y="0"/>
                  </a:moveTo>
                  <a:lnTo>
                    <a:pt x="4632960" y="0"/>
                  </a:lnTo>
                  <a:lnTo>
                    <a:pt x="463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02" b="-1170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63296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History &amp; Heritage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6656" y="3511296"/>
            <a:ext cx="5120640" cy="914400"/>
            <a:chOff x="0" y="0"/>
            <a:chExt cx="682752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🕌 Charminar — ₹25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656" y="4572000"/>
            <a:ext cx="5120640" cy="914400"/>
            <a:chOff x="0" y="0"/>
            <a:chExt cx="682752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🏰 Golconda Fort — ₹35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656" y="5632704"/>
            <a:ext cx="5120640" cy="914400"/>
            <a:chOff x="0" y="0"/>
            <a:chExt cx="682752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🍽️ Paradise Biryani — ₹120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6656" y="6693408"/>
            <a:ext cx="5120640" cy="914400"/>
            <a:chOff x="0" y="0"/>
            <a:chExt cx="6827520" cy="1219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🛏️ Budget Hotel — ₹280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89639" y="8820407"/>
            <a:ext cx="5694683" cy="848363"/>
            <a:chOff x="0" y="0"/>
            <a:chExt cx="7592911" cy="113115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7559040" cy="1097280"/>
            </a:xfrm>
            <a:custGeom>
              <a:avLst/>
              <a:gdLst/>
              <a:ahLst/>
              <a:cxnLst/>
              <a:rect l="l" t="t" r="r" b="b"/>
              <a:pathLst>
                <a:path w="7559040" h="109728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3AA6FF">
                <a:alpha val="63922"/>
              </a:srgbClr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7592822" cy="1131064"/>
            </a:xfrm>
            <a:custGeom>
              <a:avLst/>
              <a:gdLst/>
              <a:ahLst/>
              <a:cxnLst/>
              <a:rect l="l" t="t" r="r" b="b"/>
              <a:pathLst>
                <a:path w="7592822" h="113106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114171"/>
                  </a:lnTo>
                  <a:cubicBezTo>
                    <a:pt x="7592822" y="1123569"/>
                    <a:pt x="7585202" y="1131062"/>
                    <a:pt x="75759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575931" y="1097280"/>
                  </a:lnTo>
                  <a:lnTo>
                    <a:pt x="7575931" y="1114171"/>
                  </a:lnTo>
                  <a:lnTo>
                    <a:pt x="7559040" y="1114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402336" y="8833104"/>
            <a:ext cx="5669280" cy="822960"/>
            <a:chOff x="0" y="0"/>
            <a:chExt cx="7559040" cy="10972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559040" cy="1097280"/>
            </a:xfrm>
            <a:custGeom>
              <a:avLst/>
              <a:gdLst/>
              <a:ahLst/>
              <a:cxnLst/>
              <a:rect l="l" t="t" r="r" b="b"/>
              <a:pathLst>
                <a:path w="7559040" h="109728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4230" b="-8423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755904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Total: ₹460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194286" y="2175510"/>
            <a:ext cx="5707380" cy="7536180"/>
            <a:chOff x="0" y="0"/>
            <a:chExt cx="7609840" cy="10048240"/>
          </a:xfrm>
        </p:grpSpPr>
        <p:sp>
          <p:nvSpPr>
            <p:cNvPr id="39" name="Freeform 39"/>
            <p:cNvSpPr/>
            <p:nvPr/>
          </p:nvSpPr>
          <p:spPr>
            <a:xfrm>
              <a:off x="25400" y="25400"/>
              <a:ext cx="7559040" cy="9997440"/>
            </a:xfrm>
            <a:custGeom>
              <a:avLst/>
              <a:gdLst/>
              <a:ahLst/>
              <a:cxnLst/>
              <a:rect l="l" t="t" r="r" b="b"/>
              <a:pathLst>
                <a:path w="7559040" h="9997440">
                  <a:moveTo>
                    <a:pt x="0" y="0"/>
                  </a:moveTo>
                  <a:lnTo>
                    <a:pt x="7559040" y="0"/>
                  </a:lnTo>
                  <a:lnTo>
                    <a:pt x="7559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609840" cy="10048240"/>
            </a:xfrm>
            <a:custGeom>
              <a:avLst/>
              <a:gdLst/>
              <a:ahLst/>
              <a:cxnLst/>
              <a:rect l="l" t="t" r="r" b="b"/>
              <a:pathLst>
                <a:path w="7609840" h="100482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10022840"/>
                  </a:lnTo>
                  <a:cubicBezTo>
                    <a:pt x="7609840" y="10036810"/>
                    <a:pt x="7598410" y="10048240"/>
                    <a:pt x="7584440" y="10048240"/>
                  </a:cubicBezTo>
                  <a:lnTo>
                    <a:pt x="25400" y="10048240"/>
                  </a:lnTo>
                  <a:cubicBezTo>
                    <a:pt x="11430" y="10048240"/>
                    <a:pt x="0" y="10036810"/>
                    <a:pt x="0" y="10022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0022840"/>
                  </a:lnTo>
                  <a:lnTo>
                    <a:pt x="25400" y="10022840"/>
                  </a:lnTo>
                  <a:lnTo>
                    <a:pt x="25400" y="9997440"/>
                  </a:lnTo>
                  <a:lnTo>
                    <a:pt x="7584440" y="9997440"/>
                  </a:lnTo>
                  <a:lnTo>
                    <a:pt x="7584440" y="10022840"/>
                  </a:lnTo>
                  <a:lnTo>
                    <a:pt x="7559040" y="10022840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206983" y="2175510"/>
            <a:ext cx="5694683" cy="1122683"/>
            <a:chOff x="0" y="0"/>
            <a:chExt cx="7592911" cy="149691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7559040" cy="1463040"/>
            </a:xfrm>
            <a:custGeom>
              <a:avLst/>
              <a:gdLst/>
              <a:ahLst/>
              <a:cxnLst/>
              <a:rect l="l" t="t" r="r" b="b"/>
              <a:pathLst>
                <a:path w="7559040" h="1463040">
                  <a:moveTo>
                    <a:pt x="0" y="0"/>
                  </a:moveTo>
                  <a:lnTo>
                    <a:pt x="7559040" y="0"/>
                  </a:lnTo>
                  <a:lnTo>
                    <a:pt x="755904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7592822" cy="1496822"/>
            </a:xfrm>
            <a:custGeom>
              <a:avLst/>
              <a:gdLst/>
              <a:ahLst/>
              <a:cxnLst/>
              <a:rect l="l" t="t" r="r" b="b"/>
              <a:pathLst>
                <a:path w="7592822" h="1496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479931"/>
                  </a:lnTo>
                  <a:cubicBezTo>
                    <a:pt x="7592822" y="1489329"/>
                    <a:pt x="7585202" y="1496822"/>
                    <a:pt x="757593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7575931" y="1463040"/>
                  </a:lnTo>
                  <a:lnTo>
                    <a:pt x="7575931" y="1479931"/>
                  </a:lnTo>
                  <a:lnTo>
                    <a:pt x="7559040" y="14799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2088840" y="2200913"/>
            <a:ext cx="2486654" cy="1097280"/>
            <a:chOff x="0" y="0"/>
            <a:chExt cx="3315538" cy="14630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315538" cy="1463040"/>
            </a:xfrm>
            <a:custGeom>
              <a:avLst/>
              <a:gdLst/>
              <a:ahLst/>
              <a:cxnLst/>
              <a:rect l="l" t="t" r="r" b="b"/>
              <a:pathLst>
                <a:path w="3315538" h="1463040">
                  <a:moveTo>
                    <a:pt x="0" y="0"/>
                  </a:moveTo>
                  <a:lnTo>
                    <a:pt x="3315538" y="0"/>
                  </a:lnTo>
                  <a:lnTo>
                    <a:pt x="331553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912" r="-2941" b="-5569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3315538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Day 2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794568" y="2200913"/>
            <a:ext cx="3474720" cy="1097280"/>
            <a:chOff x="0" y="0"/>
            <a:chExt cx="4632960" cy="14630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632960" cy="1463040"/>
            </a:xfrm>
            <a:custGeom>
              <a:avLst/>
              <a:gdLst/>
              <a:ahLst/>
              <a:cxnLst/>
              <a:rect l="l" t="t" r="r" b="b"/>
              <a:pathLst>
                <a:path w="4632960" h="1463040">
                  <a:moveTo>
                    <a:pt x="0" y="0"/>
                  </a:moveTo>
                  <a:lnTo>
                    <a:pt x="4632960" y="0"/>
                  </a:lnTo>
                  <a:lnTo>
                    <a:pt x="463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02" b="-1170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463296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Culture &amp; Lakes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746651" y="3502152"/>
            <a:ext cx="5120640" cy="914400"/>
            <a:chOff x="0" y="0"/>
            <a:chExt cx="6827520" cy="1219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🎨 Salar Jung Museum — ₹20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746651" y="4340352"/>
            <a:ext cx="5120640" cy="914400"/>
            <a:chOff x="0" y="0"/>
            <a:chExt cx="6827520" cy="12192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🌊 Hussain Sagar — Free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746651" y="5370576"/>
            <a:ext cx="5120640" cy="914400"/>
            <a:chOff x="0" y="0"/>
            <a:chExt cx="6827520" cy="12192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☕ Irani Chai @ Nimrah — ₹15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746651" y="6399276"/>
            <a:ext cx="5120640" cy="914400"/>
            <a:chOff x="0" y="0"/>
            <a:chExt cx="6827520" cy="12192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9116" b="-5911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BD5E1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🍛 Dhaba Dinner — ₹120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206983" y="8820407"/>
            <a:ext cx="5694683" cy="848363"/>
            <a:chOff x="0" y="0"/>
            <a:chExt cx="7592911" cy="113115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7559040" cy="1097280"/>
            </a:xfrm>
            <a:custGeom>
              <a:avLst/>
              <a:gdLst/>
              <a:ahLst/>
              <a:cxnLst/>
              <a:rect l="l" t="t" r="r" b="b"/>
              <a:pathLst>
                <a:path w="7559040" h="109728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3AA6FF">
                <a:alpha val="63922"/>
              </a:srgbClr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7592822" cy="1131064"/>
            </a:xfrm>
            <a:custGeom>
              <a:avLst/>
              <a:gdLst/>
              <a:ahLst/>
              <a:cxnLst/>
              <a:rect l="l" t="t" r="r" b="b"/>
              <a:pathLst>
                <a:path w="7592822" h="1131064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114171"/>
                  </a:lnTo>
                  <a:cubicBezTo>
                    <a:pt x="7592822" y="1123569"/>
                    <a:pt x="7585202" y="1131062"/>
                    <a:pt x="757593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575931" y="1097280"/>
                  </a:lnTo>
                  <a:lnTo>
                    <a:pt x="7575931" y="1114171"/>
                  </a:lnTo>
                  <a:lnTo>
                    <a:pt x="7559040" y="111417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2206983" y="8820407"/>
            <a:ext cx="5262581" cy="822960"/>
            <a:chOff x="0" y="0"/>
            <a:chExt cx="7016775" cy="109728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016775" cy="1097280"/>
            </a:xfrm>
            <a:custGeom>
              <a:avLst/>
              <a:gdLst/>
              <a:ahLst/>
              <a:cxnLst/>
              <a:rect l="l" t="t" r="r" b="b"/>
              <a:pathLst>
                <a:path w="7016775" h="1097280">
                  <a:moveTo>
                    <a:pt x="0" y="0"/>
                  </a:moveTo>
                  <a:lnTo>
                    <a:pt x="7016775" y="0"/>
                  </a:lnTo>
                  <a:lnTo>
                    <a:pt x="7016775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3AA6FF">
                <a:alpha val="0"/>
              </a:srgbClr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7016775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Total: ₹435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675806" y="2414016"/>
            <a:ext cx="5194545" cy="7229351"/>
            <a:chOff x="0" y="0"/>
            <a:chExt cx="1368111" cy="190402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368111" cy="1904027"/>
            </a:xfrm>
            <a:custGeom>
              <a:avLst/>
              <a:gdLst/>
              <a:ahLst/>
              <a:cxnLst/>
              <a:rect l="l" t="t" r="r" b="b"/>
              <a:pathLst>
                <a:path w="1368111" h="1904027">
                  <a:moveTo>
                    <a:pt x="76010" y="0"/>
                  </a:moveTo>
                  <a:lnTo>
                    <a:pt x="1292101" y="0"/>
                  </a:lnTo>
                  <a:cubicBezTo>
                    <a:pt x="1334080" y="0"/>
                    <a:pt x="1368111" y="34031"/>
                    <a:pt x="1368111" y="76010"/>
                  </a:cubicBezTo>
                  <a:lnTo>
                    <a:pt x="1368111" y="1828017"/>
                  </a:lnTo>
                  <a:cubicBezTo>
                    <a:pt x="1368111" y="1848176"/>
                    <a:pt x="1360103" y="1867509"/>
                    <a:pt x="1345848" y="1881764"/>
                  </a:cubicBezTo>
                  <a:cubicBezTo>
                    <a:pt x="1331593" y="1896018"/>
                    <a:pt x="1312260" y="1904027"/>
                    <a:pt x="1292101" y="1904027"/>
                  </a:cubicBezTo>
                  <a:lnTo>
                    <a:pt x="76010" y="1904027"/>
                  </a:lnTo>
                  <a:cubicBezTo>
                    <a:pt x="55851" y="1904027"/>
                    <a:pt x="36518" y="1896018"/>
                    <a:pt x="22263" y="1881764"/>
                  </a:cubicBezTo>
                  <a:cubicBezTo>
                    <a:pt x="8008" y="1867509"/>
                    <a:pt x="0" y="1848176"/>
                    <a:pt x="0" y="1828017"/>
                  </a:cubicBezTo>
                  <a:lnTo>
                    <a:pt x="0" y="76010"/>
                  </a:lnTo>
                  <a:cubicBezTo>
                    <a:pt x="0" y="55851"/>
                    <a:pt x="8008" y="36518"/>
                    <a:pt x="22263" y="22263"/>
                  </a:cubicBezTo>
                  <a:cubicBezTo>
                    <a:pt x="36518" y="8008"/>
                    <a:pt x="55851" y="0"/>
                    <a:pt x="76010" y="0"/>
                  </a:cubicBez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1368111" cy="195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endParaRPr/>
            </a:p>
          </p:txBody>
        </p:sp>
      </p:grpSp>
      <p:sp>
        <p:nvSpPr>
          <p:cNvPr id="71" name="Freeform 71"/>
          <p:cNvSpPr/>
          <p:nvPr/>
        </p:nvSpPr>
        <p:spPr>
          <a:xfrm>
            <a:off x="6748537" y="2983858"/>
            <a:ext cx="5049083" cy="6248029"/>
          </a:xfrm>
          <a:custGeom>
            <a:avLst/>
            <a:gdLst/>
            <a:ahLst/>
            <a:cxnLst/>
            <a:rect l="l" t="t" r="r" b="b"/>
            <a:pathLst>
              <a:path w="5049083" h="6248029">
                <a:moveTo>
                  <a:pt x="0" y="0"/>
                </a:moveTo>
                <a:lnTo>
                  <a:pt x="5049083" y="0"/>
                </a:lnTo>
                <a:lnTo>
                  <a:pt x="5049083" y="6248029"/>
                </a:lnTo>
                <a:lnTo>
                  <a:pt x="0" y="6248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488443"/>
            <a:chOff x="0" y="0"/>
            <a:chExt cx="24417871" cy="19845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950720"/>
            </a:xfrm>
            <a:custGeom>
              <a:avLst/>
              <a:gdLst/>
              <a:ahLst/>
              <a:cxnLst/>
              <a:rect l="l" t="t" r="r" b="b"/>
              <a:pathLst>
                <a:path w="24383999" h="1950720">
                  <a:moveTo>
                    <a:pt x="0" y="0"/>
                  </a:moveTo>
                  <a:lnTo>
                    <a:pt x="24383999" y="0"/>
                  </a:lnTo>
                  <a:lnTo>
                    <a:pt x="24383999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984502"/>
            </a:xfrm>
            <a:custGeom>
              <a:avLst/>
              <a:gdLst/>
              <a:ahLst/>
              <a:cxnLst/>
              <a:rect l="l" t="t" r="r" b="b"/>
              <a:pathLst>
                <a:path w="24417782" h="19845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67611"/>
                  </a:lnTo>
                  <a:cubicBezTo>
                    <a:pt x="24417782" y="1977009"/>
                    <a:pt x="24410163" y="1984502"/>
                    <a:pt x="24400890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24400890" y="1950720"/>
                  </a:lnTo>
                  <a:lnTo>
                    <a:pt x="24400890" y="1967611"/>
                  </a:lnTo>
                  <a:lnTo>
                    <a:pt x="24384000" y="1967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31520" y="182880"/>
            <a:ext cx="16459200" cy="1097280"/>
            <a:chOff x="0" y="0"/>
            <a:chExt cx="21945600" cy="1463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194560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Challenges &amp; Edge Cases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8823" y="1907543"/>
            <a:ext cx="8437883" cy="2951483"/>
            <a:chOff x="0" y="0"/>
            <a:chExt cx="11250511" cy="393531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1216640" cy="3901440"/>
            </a:xfrm>
            <a:custGeom>
              <a:avLst/>
              <a:gdLst/>
              <a:ahLst/>
              <a:cxnLst/>
              <a:rect l="l" t="t" r="r" b="b"/>
              <a:pathLst>
                <a:path w="11216640" h="3901440">
                  <a:moveTo>
                    <a:pt x="0" y="0"/>
                  </a:moveTo>
                  <a:lnTo>
                    <a:pt x="11216640" y="0"/>
                  </a:lnTo>
                  <a:lnTo>
                    <a:pt x="11216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1250422" cy="3935222"/>
            </a:xfrm>
            <a:custGeom>
              <a:avLst/>
              <a:gdLst/>
              <a:ahLst/>
              <a:cxnLst/>
              <a:rect l="l" t="t" r="r" b="b"/>
              <a:pathLst>
                <a:path w="11250422" h="39352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918331"/>
                  </a:lnTo>
                  <a:cubicBezTo>
                    <a:pt x="11250422" y="3927729"/>
                    <a:pt x="11242802" y="3935222"/>
                    <a:pt x="112335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1233531" y="3901440"/>
                  </a:lnTo>
                  <a:lnTo>
                    <a:pt x="11233531" y="3918331"/>
                  </a:lnTo>
                  <a:lnTo>
                    <a:pt x="11216640" y="39183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8C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208283" cy="2951483"/>
            <a:chOff x="0" y="0"/>
            <a:chExt cx="277711" cy="393531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40" cy="3901440"/>
            </a:xfrm>
            <a:custGeom>
              <a:avLst/>
              <a:gdLst/>
              <a:ahLst/>
              <a:cxnLst/>
              <a:rect l="l" t="t" r="r" b="b"/>
              <a:pathLst>
                <a:path w="243840" h="3901440">
                  <a:moveTo>
                    <a:pt x="0" y="0"/>
                  </a:moveTo>
                  <a:lnTo>
                    <a:pt x="243840" y="0"/>
                  </a:lnTo>
                  <a:lnTo>
                    <a:pt x="2438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77622" cy="3935222"/>
            </a:xfrm>
            <a:custGeom>
              <a:avLst/>
              <a:gdLst/>
              <a:ahLst/>
              <a:cxnLst/>
              <a:rect l="l" t="t" r="r" b="b"/>
              <a:pathLst>
                <a:path w="277622" h="39352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918331"/>
                  </a:lnTo>
                  <a:cubicBezTo>
                    <a:pt x="277622" y="3927729"/>
                    <a:pt x="270002" y="3935222"/>
                    <a:pt x="2607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260731" y="3901440"/>
                  </a:lnTo>
                  <a:lnTo>
                    <a:pt x="260731" y="3918331"/>
                  </a:lnTo>
                  <a:lnTo>
                    <a:pt x="243840" y="39183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97280" y="2286000"/>
            <a:ext cx="822960" cy="822960"/>
            <a:chOff x="0" y="0"/>
            <a:chExt cx="1097280" cy="109728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103120" y="2139696"/>
            <a:ext cx="6766560" cy="512064"/>
            <a:chOff x="0" y="0"/>
            <a:chExt cx="9022080" cy="6827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22080" cy="682752"/>
            </a:xfrm>
            <a:custGeom>
              <a:avLst/>
              <a:gdLst/>
              <a:ahLst/>
              <a:cxnLst/>
              <a:rect l="l" t="t" r="r" b="b"/>
              <a:pathLst>
                <a:path w="9022080" h="682752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7480" b="-20748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00">
                  <a:solidFill>
                    <a:srgbClr val="FF7A45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INPUT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03120" y="2651760"/>
            <a:ext cx="6766560" cy="640080"/>
            <a:chOff x="0" y="0"/>
            <a:chExt cx="9022080" cy="853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22080" cy="853440"/>
            </a:xfrm>
            <a:custGeom>
              <a:avLst/>
              <a:gdLst/>
              <a:ahLst/>
              <a:cxnLst/>
              <a:rect l="l" t="t" r="r" b="b"/>
              <a:pathLst>
                <a:path w="9022080" h="85344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90220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Ambiguous User Input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103120" y="3419856"/>
            <a:ext cx="6766560" cy="1188720"/>
            <a:chOff x="0" y="0"/>
            <a:chExt cx="9022080" cy="15849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914" b="-6091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9022080" cy="1632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→ LLM fallback normalizes free-text to JSON reliably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79943" y="1907543"/>
            <a:ext cx="8437883" cy="2951483"/>
            <a:chOff x="0" y="0"/>
            <a:chExt cx="11250511" cy="393531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11216640" cy="3901440"/>
            </a:xfrm>
            <a:custGeom>
              <a:avLst/>
              <a:gdLst/>
              <a:ahLst/>
              <a:cxnLst/>
              <a:rect l="l" t="t" r="r" b="b"/>
              <a:pathLst>
                <a:path w="11216640" h="3901440">
                  <a:moveTo>
                    <a:pt x="0" y="0"/>
                  </a:moveTo>
                  <a:lnTo>
                    <a:pt x="11216640" y="0"/>
                  </a:lnTo>
                  <a:lnTo>
                    <a:pt x="11216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1250422" cy="3935222"/>
            </a:xfrm>
            <a:custGeom>
              <a:avLst/>
              <a:gdLst/>
              <a:ahLst/>
              <a:cxnLst/>
              <a:rect l="l" t="t" r="r" b="b"/>
              <a:pathLst>
                <a:path w="11250422" h="39352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918331"/>
                  </a:lnTo>
                  <a:cubicBezTo>
                    <a:pt x="11250422" y="3927729"/>
                    <a:pt x="11242802" y="3935222"/>
                    <a:pt x="112335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1233531" y="3901440"/>
                  </a:lnTo>
                  <a:lnTo>
                    <a:pt x="11233531" y="3918331"/>
                  </a:lnTo>
                  <a:lnTo>
                    <a:pt x="11216640" y="39183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679943" y="1907543"/>
            <a:ext cx="208283" cy="2951483"/>
            <a:chOff x="0" y="0"/>
            <a:chExt cx="277711" cy="393531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243840" cy="3901440"/>
            </a:xfrm>
            <a:custGeom>
              <a:avLst/>
              <a:gdLst/>
              <a:ahLst/>
              <a:cxnLst/>
              <a:rect l="l" t="t" r="r" b="b"/>
              <a:pathLst>
                <a:path w="243840" h="3901440">
                  <a:moveTo>
                    <a:pt x="0" y="0"/>
                  </a:moveTo>
                  <a:lnTo>
                    <a:pt x="243840" y="0"/>
                  </a:lnTo>
                  <a:lnTo>
                    <a:pt x="2438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277622" cy="3935222"/>
            </a:xfrm>
            <a:custGeom>
              <a:avLst/>
              <a:gdLst/>
              <a:ahLst/>
              <a:cxnLst/>
              <a:rect l="l" t="t" r="r" b="b"/>
              <a:pathLst>
                <a:path w="277622" h="39352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918331"/>
                  </a:lnTo>
                  <a:cubicBezTo>
                    <a:pt x="277622" y="3927729"/>
                    <a:pt x="270002" y="3935222"/>
                    <a:pt x="2607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260731" y="3901440"/>
                  </a:lnTo>
                  <a:lnTo>
                    <a:pt x="260731" y="3918331"/>
                  </a:lnTo>
                  <a:lnTo>
                    <a:pt x="243840" y="39183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058400" y="2286000"/>
            <a:ext cx="822960" cy="822960"/>
            <a:chOff x="0" y="0"/>
            <a:chExt cx="1097280" cy="109728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1064240" y="2139696"/>
            <a:ext cx="6766560" cy="512064"/>
            <a:chOff x="0" y="0"/>
            <a:chExt cx="9022080" cy="6827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022080" cy="682752"/>
            </a:xfrm>
            <a:custGeom>
              <a:avLst/>
              <a:gdLst/>
              <a:ahLst/>
              <a:cxnLst/>
              <a:rect l="l" t="t" r="r" b="b"/>
              <a:pathLst>
                <a:path w="9022080" h="682752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7480" b="-20748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00">
                  <a:solidFill>
                    <a:srgbClr val="3AA6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INTEGRATION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064240" y="2651760"/>
            <a:ext cx="6766560" cy="640080"/>
            <a:chOff x="0" y="0"/>
            <a:chExt cx="9022080" cy="8534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022080" cy="853440"/>
            </a:xfrm>
            <a:custGeom>
              <a:avLst/>
              <a:gdLst/>
              <a:ahLst/>
              <a:cxnLst/>
              <a:rect l="l" t="t" r="r" b="b"/>
              <a:pathLst>
                <a:path w="9022080" h="85344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90220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API Rate Limits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64240" y="3419856"/>
            <a:ext cx="6766560" cy="1188720"/>
            <a:chOff x="0" y="0"/>
            <a:chExt cx="9022080" cy="15849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914" b="-60914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9022080" cy="1632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→ Caching layer + retry logic prevents service interruptions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8823" y="5199383"/>
            <a:ext cx="8437883" cy="2951483"/>
            <a:chOff x="0" y="0"/>
            <a:chExt cx="11250511" cy="393531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11216640" cy="3901440"/>
            </a:xfrm>
            <a:custGeom>
              <a:avLst/>
              <a:gdLst/>
              <a:ahLst/>
              <a:cxnLst/>
              <a:rect l="l" t="t" r="r" b="b"/>
              <a:pathLst>
                <a:path w="11216640" h="3901440">
                  <a:moveTo>
                    <a:pt x="0" y="0"/>
                  </a:moveTo>
                  <a:lnTo>
                    <a:pt x="11216640" y="0"/>
                  </a:lnTo>
                  <a:lnTo>
                    <a:pt x="11216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11250422" cy="3935222"/>
            </a:xfrm>
            <a:custGeom>
              <a:avLst/>
              <a:gdLst/>
              <a:ahLst/>
              <a:cxnLst/>
              <a:rect l="l" t="t" r="r" b="b"/>
              <a:pathLst>
                <a:path w="11250422" h="39352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918331"/>
                  </a:lnTo>
                  <a:cubicBezTo>
                    <a:pt x="11250422" y="3927729"/>
                    <a:pt x="11242802" y="3935222"/>
                    <a:pt x="112335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1233531" y="3901440"/>
                  </a:lnTo>
                  <a:lnTo>
                    <a:pt x="11233531" y="3918331"/>
                  </a:lnTo>
                  <a:lnTo>
                    <a:pt x="11216640" y="39183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D8C0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718823" y="5199383"/>
            <a:ext cx="208283" cy="2951483"/>
            <a:chOff x="0" y="0"/>
            <a:chExt cx="277711" cy="3935311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243840" cy="3901440"/>
            </a:xfrm>
            <a:custGeom>
              <a:avLst/>
              <a:gdLst/>
              <a:ahLst/>
              <a:cxnLst/>
              <a:rect l="l" t="t" r="r" b="b"/>
              <a:pathLst>
                <a:path w="243840" h="3901440">
                  <a:moveTo>
                    <a:pt x="0" y="0"/>
                  </a:moveTo>
                  <a:lnTo>
                    <a:pt x="243840" y="0"/>
                  </a:lnTo>
                  <a:lnTo>
                    <a:pt x="2438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277622" cy="3935222"/>
            </a:xfrm>
            <a:custGeom>
              <a:avLst/>
              <a:gdLst/>
              <a:ahLst/>
              <a:cxnLst/>
              <a:rect l="l" t="t" r="r" b="b"/>
              <a:pathLst>
                <a:path w="277622" h="39352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918331"/>
                  </a:lnTo>
                  <a:cubicBezTo>
                    <a:pt x="277622" y="3927729"/>
                    <a:pt x="270002" y="3935222"/>
                    <a:pt x="2607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260731" y="3901440"/>
                  </a:lnTo>
                  <a:lnTo>
                    <a:pt x="260731" y="3918331"/>
                  </a:lnTo>
                  <a:lnTo>
                    <a:pt x="243840" y="39183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097280" y="5577840"/>
            <a:ext cx="822960" cy="822960"/>
            <a:chOff x="0" y="0"/>
            <a:chExt cx="1097280" cy="1097280"/>
          </a:xfrm>
        </p:grpSpPr>
        <p:sp>
          <p:nvSpPr>
            <p:cNvPr id="49" name="Freeform 49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2103120" y="5431536"/>
            <a:ext cx="6766560" cy="512064"/>
            <a:chOff x="0" y="0"/>
            <a:chExt cx="9022080" cy="68275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022080" cy="682752"/>
            </a:xfrm>
            <a:custGeom>
              <a:avLst/>
              <a:gdLst/>
              <a:ahLst/>
              <a:cxnLst/>
              <a:rect l="l" t="t" r="r" b="b"/>
              <a:pathLst>
                <a:path w="9022080" h="682752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7480" b="-20748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00">
                  <a:solidFill>
                    <a:srgbClr val="FF7A45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PLANNING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103120" y="5943600"/>
            <a:ext cx="6766560" cy="640080"/>
            <a:chOff x="0" y="0"/>
            <a:chExt cx="9022080" cy="8534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022080" cy="853440"/>
            </a:xfrm>
            <a:custGeom>
              <a:avLst/>
              <a:gdLst/>
              <a:ahLst/>
              <a:cxnLst/>
              <a:rect l="l" t="t" r="r" b="b"/>
              <a:pathLst>
                <a:path w="9022080" h="85344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90220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Budget Accuracy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103120" y="6711696"/>
            <a:ext cx="6766560" cy="1188720"/>
            <a:chOff x="0" y="0"/>
            <a:chExt cx="9022080" cy="15849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914" b="-60914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9022080" cy="1632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→ City-specific cost tables with average fallback estimates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679943" y="5199383"/>
            <a:ext cx="8437883" cy="2951483"/>
            <a:chOff x="0" y="0"/>
            <a:chExt cx="11250511" cy="393531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11216640" cy="3901440"/>
            </a:xfrm>
            <a:custGeom>
              <a:avLst/>
              <a:gdLst/>
              <a:ahLst/>
              <a:cxnLst/>
              <a:rect l="l" t="t" r="r" b="b"/>
              <a:pathLst>
                <a:path w="11216640" h="3901440">
                  <a:moveTo>
                    <a:pt x="0" y="0"/>
                  </a:moveTo>
                  <a:lnTo>
                    <a:pt x="11216640" y="0"/>
                  </a:lnTo>
                  <a:lnTo>
                    <a:pt x="112166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11250422" cy="3935222"/>
            </a:xfrm>
            <a:custGeom>
              <a:avLst/>
              <a:gdLst/>
              <a:ahLst/>
              <a:cxnLst/>
              <a:rect l="l" t="t" r="r" b="b"/>
              <a:pathLst>
                <a:path w="11250422" h="39352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918331"/>
                  </a:lnTo>
                  <a:cubicBezTo>
                    <a:pt x="11250422" y="3927729"/>
                    <a:pt x="11242802" y="3935222"/>
                    <a:pt x="112335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11233531" y="3901440"/>
                  </a:lnTo>
                  <a:lnTo>
                    <a:pt x="11233531" y="3918331"/>
                  </a:lnTo>
                  <a:lnTo>
                    <a:pt x="11216640" y="39183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9679943" y="5199383"/>
            <a:ext cx="208283" cy="2951483"/>
            <a:chOff x="0" y="0"/>
            <a:chExt cx="277711" cy="3935311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243840" cy="3901440"/>
            </a:xfrm>
            <a:custGeom>
              <a:avLst/>
              <a:gdLst/>
              <a:ahLst/>
              <a:cxnLst/>
              <a:rect l="l" t="t" r="r" b="b"/>
              <a:pathLst>
                <a:path w="243840" h="3901440">
                  <a:moveTo>
                    <a:pt x="0" y="0"/>
                  </a:moveTo>
                  <a:lnTo>
                    <a:pt x="243840" y="0"/>
                  </a:lnTo>
                  <a:lnTo>
                    <a:pt x="24384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277622" cy="3935222"/>
            </a:xfrm>
            <a:custGeom>
              <a:avLst/>
              <a:gdLst/>
              <a:ahLst/>
              <a:cxnLst/>
              <a:rect l="l" t="t" r="r" b="b"/>
              <a:pathLst>
                <a:path w="277622" h="39352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3918331"/>
                  </a:lnTo>
                  <a:cubicBezTo>
                    <a:pt x="277622" y="3927729"/>
                    <a:pt x="270002" y="3935222"/>
                    <a:pt x="26073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260731" y="3901440"/>
                  </a:lnTo>
                  <a:lnTo>
                    <a:pt x="260731" y="3918331"/>
                  </a:lnTo>
                  <a:lnTo>
                    <a:pt x="243840" y="391833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10058400" y="5577840"/>
            <a:ext cx="822960" cy="822960"/>
            <a:chOff x="0" y="0"/>
            <a:chExt cx="1097280" cy="1097280"/>
          </a:xfrm>
        </p:grpSpPr>
        <p:sp>
          <p:nvSpPr>
            <p:cNvPr id="66" name="Freeform 66" descr="preencoded.pn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11064240" y="5431536"/>
            <a:ext cx="6766560" cy="512064"/>
            <a:chOff x="0" y="0"/>
            <a:chExt cx="9022080" cy="68275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022080" cy="682752"/>
            </a:xfrm>
            <a:custGeom>
              <a:avLst/>
              <a:gdLst/>
              <a:ahLst/>
              <a:cxnLst/>
              <a:rect l="l" t="t" r="r" b="b"/>
              <a:pathLst>
                <a:path w="9022080" h="682752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7480" b="-207480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90220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 b="1" spc="300">
                  <a:solidFill>
                    <a:srgbClr val="3AA6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ROBUSTNESS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064240" y="5943600"/>
            <a:ext cx="6766560" cy="640080"/>
            <a:chOff x="0" y="0"/>
            <a:chExt cx="9022080" cy="8534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022080" cy="853440"/>
            </a:xfrm>
            <a:custGeom>
              <a:avLst/>
              <a:gdLst/>
              <a:ahLst/>
              <a:cxnLst/>
              <a:rect l="l" t="t" r="r" b="b"/>
              <a:pathLst>
                <a:path w="9022080" h="853440">
                  <a:moveTo>
                    <a:pt x="0" y="0"/>
                  </a:moveTo>
                  <a:lnTo>
                    <a:pt x="9022080" y="0"/>
                  </a:lnTo>
                  <a:lnTo>
                    <a:pt x="9022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5984" b="-155984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57150"/>
              <a:ext cx="902208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Parser Failures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064240" y="6711696"/>
            <a:ext cx="6766560" cy="1188720"/>
            <a:chOff x="0" y="0"/>
            <a:chExt cx="9022080" cy="158496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022080" cy="1584960"/>
            </a:xfrm>
            <a:custGeom>
              <a:avLst/>
              <a:gdLst/>
              <a:ahLst/>
              <a:cxnLst/>
              <a:rect l="l" t="t" r="r" b="b"/>
              <a:pathLst>
                <a:path w="9022080" h="1584960">
                  <a:moveTo>
                    <a:pt x="0" y="0"/>
                  </a:moveTo>
                  <a:lnTo>
                    <a:pt x="9022080" y="0"/>
                  </a:lnTo>
                  <a:lnTo>
                    <a:pt x="90220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914" b="-60914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9022080" cy="16325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→ Graceful degradation — always falls back to LLM seamlessly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833623" y="8399783"/>
            <a:ext cx="8620763" cy="1397003"/>
            <a:chOff x="0" y="0"/>
            <a:chExt cx="11494351" cy="1862671"/>
          </a:xfrm>
        </p:grpSpPr>
        <p:sp>
          <p:nvSpPr>
            <p:cNvPr id="77" name="Freeform 77"/>
            <p:cNvSpPr/>
            <p:nvPr/>
          </p:nvSpPr>
          <p:spPr>
            <a:xfrm>
              <a:off x="16891" y="16891"/>
              <a:ext cx="11460481" cy="1828800"/>
            </a:xfrm>
            <a:custGeom>
              <a:avLst/>
              <a:gdLst/>
              <a:ahLst/>
              <a:cxnLst/>
              <a:rect l="l" t="t" r="r" b="b"/>
              <a:pathLst>
                <a:path w="11460481" h="1828800">
                  <a:moveTo>
                    <a:pt x="0" y="0"/>
                  </a:moveTo>
                  <a:lnTo>
                    <a:pt x="11460481" y="0"/>
                  </a:lnTo>
                  <a:lnTo>
                    <a:pt x="11460481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0" y="0"/>
              <a:ext cx="11494262" cy="1862582"/>
            </a:xfrm>
            <a:custGeom>
              <a:avLst/>
              <a:gdLst/>
              <a:ahLst/>
              <a:cxnLst/>
              <a:rect l="l" t="t" r="r" b="b"/>
              <a:pathLst>
                <a:path w="11494262" h="186258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845691"/>
                  </a:lnTo>
                  <a:cubicBezTo>
                    <a:pt x="11494262" y="1855089"/>
                    <a:pt x="11486642" y="1862582"/>
                    <a:pt x="11477372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1477372" y="1828800"/>
                  </a:lnTo>
                  <a:lnTo>
                    <a:pt x="11477372" y="1845691"/>
                  </a:lnTo>
                  <a:lnTo>
                    <a:pt x="11460480" y="184569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D7AA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4833623" y="8399783"/>
            <a:ext cx="208283" cy="1397003"/>
            <a:chOff x="0" y="0"/>
            <a:chExt cx="277711" cy="1862671"/>
          </a:xfrm>
        </p:grpSpPr>
        <p:sp>
          <p:nvSpPr>
            <p:cNvPr id="80" name="Freeform 80"/>
            <p:cNvSpPr/>
            <p:nvPr/>
          </p:nvSpPr>
          <p:spPr>
            <a:xfrm>
              <a:off x="16891" y="16891"/>
              <a:ext cx="243840" cy="1828800"/>
            </a:xfrm>
            <a:custGeom>
              <a:avLst/>
              <a:gdLst/>
              <a:ahLst/>
              <a:cxnLst/>
              <a:rect l="l" t="t" r="r" b="b"/>
              <a:pathLst>
                <a:path w="243840" h="1828800">
                  <a:moveTo>
                    <a:pt x="0" y="0"/>
                  </a:moveTo>
                  <a:lnTo>
                    <a:pt x="243840" y="0"/>
                  </a:lnTo>
                  <a:lnTo>
                    <a:pt x="2438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277622" cy="1862582"/>
            </a:xfrm>
            <a:custGeom>
              <a:avLst/>
              <a:gdLst/>
              <a:ahLst/>
              <a:cxnLst/>
              <a:rect l="l" t="t" r="r" b="b"/>
              <a:pathLst>
                <a:path w="277622" h="186258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845691"/>
                  </a:lnTo>
                  <a:cubicBezTo>
                    <a:pt x="277622" y="1855089"/>
                    <a:pt x="270002" y="1862582"/>
                    <a:pt x="2607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60731" y="1828800"/>
                  </a:lnTo>
                  <a:lnTo>
                    <a:pt x="260731" y="1845691"/>
                  </a:lnTo>
                  <a:lnTo>
                    <a:pt x="243840" y="184569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5212080" y="8631936"/>
            <a:ext cx="694944" cy="694944"/>
            <a:chOff x="0" y="0"/>
            <a:chExt cx="926592" cy="926592"/>
          </a:xfrm>
        </p:grpSpPr>
        <p:sp>
          <p:nvSpPr>
            <p:cNvPr id="83" name="Freeform 83" descr="preencoded.png"/>
            <p:cNvSpPr/>
            <p:nvPr/>
          </p:nvSpPr>
          <p:spPr>
            <a:xfrm>
              <a:off x="0" y="0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6126480" y="8503920"/>
            <a:ext cx="7040880" cy="548640"/>
            <a:chOff x="0" y="0"/>
            <a:chExt cx="9387840" cy="7315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387840" cy="731520"/>
            </a:xfrm>
            <a:custGeom>
              <a:avLst/>
              <a:gdLst/>
              <a:ahLst/>
              <a:cxnLst/>
              <a:rect l="l" t="t" r="r" b="b"/>
              <a:pathLst>
                <a:path w="9387840" h="731520">
                  <a:moveTo>
                    <a:pt x="0" y="0"/>
                  </a:moveTo>
                  <a:lnTo>
                    <a:pt x="9387840" y="0"/>
                  </a:lnTo>
                  <a:lnTo>
                    <a:pt x="9387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0057" b="-200057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57150"/>
              <a:ext cx="938784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F2937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Conflicting Preferences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126480" y="9089136"/>
            <a:ext cx="7040880" cy="585216"/>
            <a:chOff x="0" y="0"/>
            <a:chExt cx="9387840" cy="78028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387840" cy="780288"/>
            </a:xfrm>
            <a:custGeom>
              <a:avLst/>
              <a:gdLst/>
              <a:ahLst/>
              <a:cxnLst/>
              <a:rect l="l" t="t" r="r" b="b"/>
              <a:pathLst>
                <a:path w="9387840" h="780288">
                  <a:moveTo>
                    <a:pt x="0" y="0"/>
                  </a:moveTo>
                  <a:lnTo>
                    <a:pt x="9387840" y="0"/>
                  </a:lnTo>
                  <a:lnTo>
                    <a:pt x="9387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4429" b="-184429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47625"/>
              <a:ext cx="938784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B728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→ Priority ranking: budget &gt; duration &gt; style preferences</a:t>
              </a:r>
            </a:p>
          </p:txBody>
        </p:sp>
      </p:grpSp>
      <p:sp>
        <p:nvSpPr>
          <p:cNvPr id="90" name="AutoShape 90"/>
          <p:cNvSpPr/>
          <p:nvPr/>
        </p:nvSpPr>
        <p:spPr>
          <a:xfrm>
            <a:off x="16869153" y="9853936"/>
            <a:ext cx="1248674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1" name="AutoShape 91"/>
          <p:cNvSpPr/>
          <p:nvPr/>
        </p:nvSpPr>
        <p:spPr>
          <a:xfrm flipH="1">
            <a:off x="302769" y="9911086"/>
            <a:ext cx="1248674" cy="0"/>
          </a:xfrm>
          <a:prstGeom prst="line">
            <a:avLst/>
          </a:prstGeom>
          <a:ln w="114300" cap="flat">
            <a:solidFill>
              <a:srgbClr val="3AA6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41497" y="5473703"/>
            <a:ext cx="7340603" cy="7340603"/>
            <a:chOff x="0" y="0"/>
            <a:chExt cx="9787471" cy="97874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3AA6FF">
                <a:alpha val="1961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9787509" cy="9787382"/>
            </a:xfrm>
            <a:custGeom>
              <a:avLst/>
              <a:gdLst/>
              <a:ahLst/>
              <a:cxnLst/>
              <a:rect l="l" t="t" r="r" b="b"/>
              <a:pathLst>
                <a:path w="9787509" h="9787382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3AA6FF">
                <a:alpha val="1961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617703" y="-1841497"/>
            <a:ext cx="5511803" cy="5511803"/>
            <a:chOff x="0" y="0"/>
            <a:chExt cx="7349071" cy="73490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FF7A45">
                <a:alpha val="1961"/>
              </a:srgb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7349109" cy="7348982"/>
            </a:xfrm>
            <a:custGeom>
              <a:avLst/>
              <a:gdLst/>
              <a:ahLst/>
              <a:cxnLst/>
              <a:rect l="l" t="t" r="r" b="b"/>
              <a:pathLst>
                <a:path w="7349109" h="7348982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FF7A45">
                <a:alpha val="1961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402336"/>
            <a:ext cx="16459200" cy="1097280"/>
            <a:chOff x="0" y="0"/>
            <a:chExt cx="2194560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21945600" cy="1586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Future Scope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1499616"/>
            <a:ext cx="16459200" cy="694944"/>
            <a:chOff x="0" y="0"/>
            <a:chExt cx="21945600" cy="9265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11487" b="-41148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i="1">
                  <a:solidFill>
                    <a:srgbClr val="93C5FD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What's next for AI Travel Planner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8823" y="2584199"/>
            <a:ext cx="8437883" cy="2366267"/>
            <a:chOff x="0" y="0"/>
            <a:chExt cx="11250511" cy="3155023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1216640" cy="3121152"/>
            </a:xfrm>
            <a:custGeom>
              <a:avLst/>
              <a:gdLst/>
              <a:ahLst/>
              <a:cxnLst/>
              <a:rect l="l" t="t" r="r" b="b"/>
              <a:pathLst>
                <a:path w="11216640" h="3121152">
                  <a:moveTo>
                    <a:pt x="0" y="0"/>
                  </a:moveTo>
                  <a:lnTo>
                    <a:pt x="11216640" y="0"/>
                  </a:lnTo>
                  <a:lnTo>
                    <a:pt x="1121664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1250422" cy="3154934"/>
            </a:xfrm>
            <a:custGeom>
              <a:avLst/>
              <a:gdLst/>
              <a:ahLst/>
              <a:cxnLst/>
              <a:rect l="l" t="t" r="r" b="b"/>
              <a:pathLst>
                <a:path w="11250422" h="3154934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38043"/>
                  </a:lnTo>
                  <a:cubicBezTo>
                    <a:pt x="11250422" y="3147441"/>
                    <a:pt x="11242802" y="3154934"/>
                    <a:pt x="1123353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1233531" y="3121152"/>
                  </a:lnTo>
                  <a:lnTo>
                    <a:pt x="11233531" y="3138043"/>
                  </a:lnTo>
                  <a:lnTo>
                    <a:pt x="11216640" y="31380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18823" y="2584199"/>
            <a:ext cx="1031243" cy="2366267"/>
            <a:chOff x="0" y="0"/>
            <a:chExt cx="1374991" cy="315502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374902" cy="3154934"/>
            </a:xfrm>
            <a:custGeom>
              <a:avLst/>
              <a:gdLst/>
              <a:ahLst/>
              <a:cxnLst/>
              <a:rect l="l" t="t" r="r" b="b"/>
              <a:pathLst>
                <a:path w="1374902" h="3154934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138043"/>
                  </a:lnTo>
                  <a:cubicBezTo>
                    <a:pt x="1374902" y="3147441"/>
                    <a:pt x="1367282" y="3154934"/>
                    <a:pt x="135801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358011" y="3121152"/>
                  </a:lnTo>
                  <a:lnTo>
                    <a:pt x="1358011" y="3138043"/>
                  </a:lnTo>
                  <a:lnTo>
                    <a:pt x="1341120" y="31380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731520" y="2596896"/>
            <a:ext cx="1005840" cy="2340864"/>
            <a:chOff x="0" y="0"/>
            <a:chExt cx="1341120" cy="312115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597" r="-24859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34112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75104" y="3035808"/>
            <a:ext cx="731520" cy="731520"/>
            <a:chOff x="0" y="0"/>
            <a:chExt cx="975360" cy="975360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2889504" y="2871216"/>
            <a:ext cx="5998464" cy="694944"/>
            <a:chOff x="0" y="0"/>
            <a:chExt cx="7997952" cy="92659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997952" cy="926592"/>
            </a:xfrm>
            <a:custGeom>
              <a:avLst/>
              <a:gdLst/>
              <a:ahLst/>
              <a:cxnLst/>
              <a:rect l="l" t="t" r="r" b="b"/>
              <a:pathLst>
                <a:path w="7997952" h="926592">
                  <a:moveTo>
                    <a:pt x="0" y="0"/>
                  </a:moveTo>
                  <a:lnTo>
                    <a:pt x="7997952" y="0"/>
                  </a:lnTo>
                  <a:lnTo>
                    <a:pt x="79979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186" b="-118186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799795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Voice Input Support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89504" y="3657600"/>
            <a:ext cx="5998464" cy="1005840"/>
            <a:chOff x="0" y="0"/>
            <a:chExt cx="7997952" cy="13411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997952" cy="1341120"/>
            </a:xfrm>
            <a:custGeom>
              <a:avLst/>
              <a:gdLst/>
              <a:ahLst/>
              <a:cxnLst/>
              <a:rect l="l" t="t" r="r" b="b"/>
              <a:pathLst>
                <a:path w="7997952" h="1341120">
                  <a:moveTo>
                    <a:pt x="0" y="0"/>
                  </a:moveTo>
                  <a:lnTo>
                    <a:pt x="7997952" y="0"/>
                  </a:lnTo>
                  <a:lnTo>
                    <a:pt x="799795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201" b="-6620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7997952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Spoken trip preferences via speech-to-text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679943" y="2584199"/>
            <a:ext cx="8437883" cy="2366267"/>
            <a:chOff x="0" y="0"/>
            <a:chExt cx="11250511" cy="3155023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11216640" cy="3121152"/>
            </a:xfrm>
            <a:custGeom>
              <a:avLst/>
              <a:gdLst/>
              <a:ahLst/>
              <a:cxnLst/>
              <a:rect l="l" t="t" r="r" b="b"/>
              <a:pathLst>
                <a:path w="11216640" h="3121152">
                  <a:moveTo>
                    <a:pt x="0" y="0"/>
                  </a:moveTo>
                  <a:lnTo>
                    <a:pt x="11216640" y="0"/>
                  </a:lnTo>
                  <a:lnTo>
                    <a:pt x="1121664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1250422" cy="3154934"/>
            </a:xfrm>
            <a:custGeom>
              <a:avLst/>
              <a:gdLst/>
              <a:ahLst/>
              <a:cxnLst/>
              <a:rect l="l" t="t" r="r" b="b"/>
              <a:pathLst>
                <a:path w="11250422" h="3154934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38043"/>
                  </a:lnTo>
                  <a:cubicBezTo>
                    <a:pt x="11250422" y="3147441"/>
                    <a:pt x="11242802" y="3154934"/>
                    <a:pt x="1123353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1233531" y="3121152"/>
                  </a:lnTo>
                  <a:lnTo>
                    <a:pt x="11233531" y="3138043"/>
                  </a:lnTo>
                  <a:lnTo>
                    <a:pt x="11216640" y="31380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679943" y="2584199"/>
            <a:ext cx="1031243" cy="2366267"/>
            <a:chOff x="0" y="0"/>
            <a:chExt cx="1374991" cy="3155023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1374902" cy="3154934"/>
            </a:xfrm>
            <a:custGeom>
              <a:avLst/>
              <a:gdLst/>
              <a:ahLst/>
              <a:cxnLst/>
              <a:rect l="l" t="t" r="r" b="b"/>
              <a:pathLst>
                <a:path w="1374902" h="3154934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138043"/>
                  </a:lnTo>
                  <a:cubicBezTo>
                    <a:pt x="1374902" y="3147441"/>
                    <a:pt x="1367282" y="3154934"/>
                    <a:pt x="135801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358011" y="3121152"/>
                  </a:lnTo>
                  <a:lnTo>
                    <a:pt x="1358011" y="3138043"/>
                  </a:lnTo>
                  <a:lnTo>
                    <a:pt x="1341120" y="31380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692640" y="2596896"/>
            <a:ext cx="1005840" cy="2340864"/>
            <a:chOff x="0" y="0"/>
            <a:chExt cx="1341120" cy="31211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597" r="-24859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34112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936224" y="3035808"/>
            <a:ext cx="731520" cy="731520"/>
            <a:chOff x="0" y="0"/>
            <a:chExt cx="975360" cy="975360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1850624" y="2871216"/>
            <a:ext cx="5998464" cy="694944"/>
            <a:chOff x="0" y="0"/>
            <a:chExt cx="7997952" cy="9265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997952" cy="926592"/>
            </a:xfrm>
            <a:custGeom>
              <a:avLst/>
              <a:gdLst/>
              <a:ahLst/>
              <a:cxnLst/>
              <a:rect l="l" t="t" r="r" b="b"/>
              <a:pathLst>
                <a:path w="7997952" h="926592">
                  <a:moveTo>
                    <a:pt x="0" y="0"/>
                  </a:moveTo>
                  <a:lnTo>
                    <a:pt x="7997952" y="0"/>
                  </a:lnTo>
                  <a:lnTo>
                    <a:pt x="79979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186" b="-11818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799795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Multi-city Routing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850624" y="3657600"/>
            <a:ext cx="5998464" cy="1005840"/>
            <a:chOff x="0" y="0"/>
            <a:chExt cx="7997952" cy="13411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997952" cy="1341120"/>
            </a:xfrm>
            <a:custGeom>
              <a:avLst/>
              <a:gdLst/>
              <a:ahLst/>
              <a:cxnLst/>
              <a:rect l="l" t="t" r="r" b="b"/>
              <a:pathLst>
                <a:path w="7997952" h="1341120">
                  <a:moveTo>
                    <a:pt x="0" y="0"/>
                  </a:moveTo>
                  <a:lnTo>
                    <a:pt x="7997952" y="0"/>
                  </a:lnTo>
                  <a:lnTo>
                    <a:pt x="799795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201" b="-6620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7997952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Optimize multi-destination tours with travel time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18823" y="5418839"/>
            <a:ext cx="8437883" cy="2366267"/>
            <a:chOff x="0" y="0"/>
            <a:chExt cx="11250511" cy="3155023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11216640" cy="3121152"/>
            </a:xfrm>
            <a:custGeom>
              <a:avLst/>
              <a:gdLst/>
              <a:ahLst/>
              <a:cxnLst/>
              <a:rect l="l" t="t" r="r" b="b"/>
              <a:pathLst>
                <a:path w="11216640" h="3121152">
                  <a:moveTo>
                    <a:pt x="0" y="0"/>
                  </a:moveTo>
                  <a:lnTo>
                    <a:pt x="11216640" y="0"/>
                  </a:lnTo>
                  <a:lnTo>
                    <a:pt x="1121664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11250422" cy="3154934"/>
            </a:xfrm>
            <a:custGeom>
              <a:avLst/>
              <a:gdLst/>
              <a:ahLst/>
              <a:cxnLst/>
              <a:rect l="l" t="t" r="r" b="b"/>
              <a:pathLst>
                <a:path w="11250422" h="3154934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38043"/>
                  </a:lnTo>
                  <a:cubicBezTo>
                    <a:pt x="11250422" y="3147441"/>
                    <a:pt x="11242802" y="3154934"/>
                    <a:pt x="1123353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1233531" y="3121152"/>
                  </a:lnTo>
                  <a:lnTo>
                    <a:pt x="11233531" y="3138043"/>
                  </a:lnTo>
                  <a:lnTo>
                    <a:pt x="11216640" y="31380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718823" y="5418839"/>
            <a:ext cx="1031243" cy="2366267"/>
            <a:chOff x="0" y="0"/>
            <a:chExt cx="1374991" cy="3155023"/>
          </a:xfrm>
        </p:grpSpPr>
        <p:sp>
          <p:nvSpPr>
            <p:cNvPr id="52" name="Freeform 52"/>
            <p:cNvSpPr/>
            <p:nvPr/>
          </p:nvSpPr>
          <p:spPr>
            <a:xfrm>
              <a:off x="16891" y="16891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1374902" cy="3154934"/>
            </a:xfrm>
            <a:custGeom>
              <a:avLst/>
              <a:gdLst/>
              <a:ahLst/>
              <a:cxnLst/>
              <a:rect l="l" t="t" r="r" b="b"/>
              <a:pathLst>
                <a:path w="1374902" h="3154934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138043"/>
                  </a:lnTo>
                  <a:cubicBezTo>
                    <a:pt x="1374902" y="3147441"/>
                    <a:pt x="1367282" y="3154934"/>
                    <a:pt x="135801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358011" y="3121152"/>
                  </a:lnTo>
                  <a:lnTo>
                    <a:pt x="1358011" y="3138043"/>
                  </a:lnTo>
                  <a:lnTo>
                    <a:pt x="1341120" y="31380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731520" y="5431536"/>
            <a:ext cx="1005840" cy="2340864"/>
            <a:chOff x="0" y="0"/>
            <a:chExt cx="1341120" cy="312115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597" r="-24859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134112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03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975104" y="5870448"/>
            <a:ext cx="731520" cy="731520"/>
            <a:chOff x="0" y="0"/>
            <a:chExt cx="975360" cy="975360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2889504" y="5705856"/>
            <a:ext cx="5998464" cy="694944"/>
            <a:chOff x="0" y="0"/>
            <a:chExt cx="7997952" cy="92659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997952" cy="926592"/>
            </a:xfrm>
            <a:custGeom>
              <a:avLst/>
              <a:gdLst/>
              <a:ahLst/>
              <a:cxnLst/>
              <a:rect l="l" t="t" r="r" b="b"/>
              <a:pathLst>
                <a:path w="7997952" h="926592">
                  <a:moveTo>
                    <a:pt x="0" y="0"/>
                  </a:moveTo>
                  <a:lnTo>
                    <a:pt x="7997952" y="0"/>
                  </a:lnTo>
                  <a:lnTo>
                    <a:pt x="79979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186" b="-11818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799795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Booking Integration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889504" y="6492240"/>
            <a:ext cx="5998464" cy="1005840"/>
            <a:chOff x="0" y="0"/>
            <a:chExt cx="7997952" cy="13411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997952" cy="1341120"/>
            </a:xfrm>
            <a:custGeom>
              <a:avLst/>
              <a:gdLst/>
              <a:ahLst/>
              <a:cxnLst/>
              <a:rect l="l" t="t" r="r" b="b"/>
              <a:pathLst>
                <a:path w="7997952" h="1341120">
                  <a:moveTo>
                    <a:pt x="0" y="0"/>
                  </a:moveTo>
                  <a:lnTo>
                    <a:pt x="7997952" y="0"/>
                  </a:lnTo>
                  <a:lnTo>
                    <a:pt x="799795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201" b="-66201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7997952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Direct hotel &amp; flight booking via OTA APIs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679943" y="5418839"/>
            <a:ext cx="8437883" cy="2366267"/>
            <a:chOff x="0" y="0"/>
            <a:chExt cx="11250511" cy="3155023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11216640" cy="3121152"/>
            </a:xfrm>
            <a:custGeom>
              <a:avLst/>
              <a:gdLst/>
              <a:ahLst/>
              <a:cxnLst/>
              <a:rect l="l" t="t" r="r" b="b"/>
              <a:pathLst>
                <a:path w="11216640" h="3121152">
                  <a:moveTo>
                    <a:pt x="0" y="0"/>
                  </a:moveTo>
                  <a:lnTo>
                    <a:pt x="11216640" y="0"/>
                  </a:lnTo>
                  <a:lnTo>
                    <a:pt x="1121664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11250422" cy="3154934"/>
            </a:xfrm>
            <a:custGeom>
              <a:avLst/>
              <a:gdLst/>
              <a:ahLst/>
              <a:cxnLst/>
              <a:rect l="l" t="t" r="r" b="b"/>
              <a:pathLst>
                <a:path w="11250422" h="3154934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138043"/>
                  </a:lnTo>
                  <a:cubicBezTo>
                    <a:pt x="11250422" y="3147441"/>
                    <a:pt x="11242802" y="3154934"/>
                    <a:pt x="1123353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1233531" y="3121152"/>
                  </a:lnTo>
                  <a:lnTo>
                    <a:pt x="11233531" y="3138043"/>
                  </a:lnTo>
                  <a:lnTo>
                    <a:pt x="11216640" y="313804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9679943" y="5418839"/>
            <a:ext cx="1031243" cy="2366267"/>
            <a:chOff x="0" y="0"/>
            <a:chExt cx="1374991" cy="3155023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374902" cy="3154934"/>
            </a:xfrm>
            <a:custGeom>
              <a:avLst/>
              <a:gdLst/>
              <a:ahLst/>
              <a:cxnLst/>
              <a:rect l="l" t="t" r="r" b="b"/>
              <a:pathLst>
                <a:path w="1374902" h="3154934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3138043"/>
                  </a:lnTo>
                  <a:cubicBezTo>
                    <a:pt x="1374902" y="3147441"/>
                    <a:pt x="1367282" y="3154934"/>
                    <a:pt x="1358011" y="3154934"/>
                  </a:cubicBezTo>
                  <a:lnTo>
                    <a:pt x="16891" y="3154934"/>
                  </a:lnTo>
                  <a:cubicBezTo>
                    <a:pt x="7493" y="3154934"/>
                    <a:pt x="0" y="3147314"/>
                    <a:pt x="0" y="3138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38043"/>
                  </a:lnTo>
                  <a:lnTo>
                    <a:pt x="16891" y="3138043"/>
                  </a:lnTo>
                  <a:lnTo>
                    <a:pt x="16891" y="3121152"/>
                  </a:lnTo>
                  <a:lnTo>
                    <a:pt x="1358011" y="3121152"/>
                  </a:lnTo>
                  <a:lnTo>
                    <a:pt x="1358011" y="3138043"/>
                  </a:lnTo>
                  <a:lnTo>
                    <a:pt x="1341120" y="31380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692640" y="5431536"/>
            <a:ext cx="1005840" cy="2340864"/>
            <a:chOff x="0" y="0"/>
            <a:chExt cx="1341120" cy="312115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341120" cy="3121152"/>
            </a:xfrm>
            <a:custGeom>
              <a:avLst/>
              <a:gdLst/>
              <a:ahLst/>
              <a:cxnLst/>
              <a:rect l="l" t="t" r="r" b="b"/>
              <a:pathLst>
                <a:path w="1341120" h="3121152">
                  <a:moveTo>
                    <a:pt x="0" y="0"/>
                  </a:moveTo>
                  <a:lnTo>
                    <a:pt x="1341120" y="0"/>
                  </a:lnTo>
                  <a:lnTo>
                    <a:pt x="1341120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8597" r="-24859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1341120" cy="31687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04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936224" y="5870448"/>
            <a:ext cx="731520" cy="731520"/>
            <a:chOff x="0" y="0"/>
            <a:chExt cx="975360" cy="975360"/>
          </a:xfrm>
        </p:grpSpPr>
        <p:sp>
          <p:nvSpPr>
            <p:cNvPr id="75" name="Freeform 75" descr="preencoded.png"/>
            <p:cNvSpPr/>
            <p:nvPr/>
          </p:nvSpPr>
          <p:spPr>
            <a:xfrm>
              <a:off x="0" y="0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1850624" y="5705856"/>
            <a:ext cx="5998464" cy="694944"/>
            <a:chOff x="0" y="0"/>
            <a:chExt cx="7997952" cy="9265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997952" cy="926592"/>
            </a:xfrm>
            <a:custGeom>
              <a:avLst/>
              <a:gdLst/>
              <a:ahLst/>
              <a:cxnLst/>
              <a:rect l="l" t="t" r="r" b="b"/>
              <a:pathLst>
                <a:path w="7997952" h="926592">
                  <a:moveTo>
                    <a:pt x="0" y="0"/>
                  </a:moveTo>
                  <a:lnTo>
                    <a:pt x="7997952" y="0"/>
                  </a:lnTo>
                  <a:lnTo>
                    <a:pt x="799795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8186" b="-118186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57150"/>
              <a:ext cx="7997952" cy="983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Personalization Engine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850624" y="6492240"/>
            <a:ext cx="5998464" cy="1005840"/>
            <a:chOff x="0" y="0"/>
            <a:chExt cx="7997952" cy="13411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997952" cy="1341120"/>
            </a:xfrm>
            <a:custGeom>
              <a:avLst/>
              <a:gdLst/>
              <a:ahLst/>
              <a:cxnLst/>
              <a:rect l="l" t="t" r="r" b="b"/>
              <a:pathLst>
                <a:path w="7997952" h="1341120">
                  <a:moveTo>
                    <a:pt x="0" y="0"/>
                  </a:moveTo>
                  <a:lnTo>
                    <a:pt x="7997952" y="0"/>
                  </a:lnTo>
                  <a:lnTo>
                    <a:pt x="799795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201" b="-66201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7997952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Learn from history to improve future recommendations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107943" y="8308343"/>
            <a:ext cx="8072123" cy="1579883"/>
            <a:chOff x="0" y="0"/>
            <a:chExt cx="10762831" cy="2106511"/>
          </a:xfrm>
        </p:grpSpPr>
        <p:sp>
          <p:nvSpPr>
            <p:cNvPr id="83" name="Freeform 83"/>
            <p:cNvSpPr/>
            <p:nvPr/>
          </p:nvSpPr>
          <p:spPr>
            <a:xfrm>
              <a:off x="16891" y="16891"/>
              <a:ext cx="10728960" cy="2072640"/>
            </a:xfrm>
            <a:custGeom>
              <a:avLst/>
              <a:gdLst/>
              <a:ahLst/>
              <a:cxnLst/>
              <a:rect l="l" t="t" r="r" b="b"/>
              <a:pathLst>
                <a:path w="10728960" h="2072640">
                  <a:moveTo>
                    <a:pt x="0" y="0"/>
                  </a:moveTo>
                  <a:lnTo>
                    <a:pt x="10728960" y="0"/>
                  </a:lnTo>
                  <a:lnTo>
                    <a:pt x="1072896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id="84" name="Freeform 84"/>
            <p:cNvSpPr/>
            <p:nvPr/>
          </p:nvSpPr>
          <p:spPr>
            <a:xfrm>
              <a:off x="0" y="0"/>
              <a:ext cx="10762742" cy="2106422"/>
            </a:xfrm>
            <a:custGeom>
              <a:avLst/>
              <a:gdLst/>
              <a:ahLst/>
              <a:cxnLst/>
              <a:rect l="l" t="t" r="r" b="b"/>
              <a:pathLst>
                <a:path w="10762742" h="210642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089531"/>
                  </a:lnTo>
                  <a:cubicBezTo>
                    <a:pt x="10762742" y="2098929"/>
                    <a:pt x="10755122" y="2106422"/>
                    <a:pt x="1074585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0745851" y="2072640"/>
                  </a:lnTo>
                  <a:lnTo>
                    <a:pt x="10745851" y="2089531"/>
                  </a:lnTo>
                  <a:lnTo>
                    <a:pt x="10728960" y="20895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5107943" y="8308343"/>
            <a:ext cx="1031243" cy="1579883"/>
            <a:chOff x="0" y="0"/>
            <a:chExt cx="1374991" cy="2106511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1341120" cy="2072640"/>
            </a:xfrm>
            <a:custGeom>
              <a:avLst/>
              <a:gdLst/>
              <a:ahLst/>
              <a:cxnLst/>
              <a:rect l="l" t="t" r="r" b="b"/>
              <a:pathLst>
                <a:path w="1341120" h="207264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1374902" cy="2106422"/>
            </a:xfrm>
            <a:custGeom>
              <a:avLst/>
              <a:gdLst/>
              <a:ahLst/>
              <a:cxnLst/>
              <a:rect l="l" t="t" r="r" b="b"/>
              <a:pathLst>
                <a:path w="1374902" h="210642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089531"/>
                  </a:lnTo>
                  <a:cubicBezTo>
                    <a:pt x="1374902" y="2098929"/>
                    <a:pt x="1367282" y="2106422"/>
                    <a:pt x="135801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358011" y="2072640"/>
                  </a:lnTo>
                  <a:lnTo>
                    <a:pt x="1358011" y="2089531"/>
                  </a:lnTo>
                  <a:lnTo>
                    <a:pt x="1341120" y="208953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5120640" y="8321040"/>
            <a:ext cx="1005840" cy="1554480"/>
            <a:chOff x="0" y="0"/>
            <a:chExt cx="1341120" cy="207264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341120" cy="2072640"/>
            </a:xfrm>
            <a:custGeom>
              <a:avLst/>
              <a:gdLst/>
              <a:ahLst/>
              <a:cxnLst/>
              <a:rect l="l" t="t" r="r" b="b"/>
              <a:pathLst>
                <a:path w="1341120" h="2072640">
                  <a:moveTo>
                    <a:pt x="0" y="0"/>
                  </a:moveTo>
                  <a:lnTo>
                    <a:pt x="1341120" y="0"/>
                  </a:lnTo>
                  <a:lnTo>
                    <a:pt x="13411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8287" r="-148287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47625"/>
              <a:ext cx="1341120" cy="2120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05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309360" y="8467344"/>
            <a:ext cx="6675120" cy="585216"/>
            <a:chOff x="0" y="0"/>
            <a:chExt cx="8900160" cy="78028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900160" cy="780288"/>
            </a:xfrm>
            <a:custGeom>
              <a:avLst/>
              <a:gdLst/>
              <a:ahLst/>
              <a:cxnLst/>
              <a:rect l="l" t="t" r="r" b="b"/>
              <a:pathLst>
                <a:path w="8900160" h="780288">
                  <a:moveTo>
                    <a:pt x="0" y="0"/>
                  </a:moveTo>
                  <a:lnTo>
                    <a:pt x="8900160" y="0"/>
                  </a:lnTo>
                  <a:lnTo>
                    <a:pt x="89001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251" b="-172251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57150"/>
              <a:ext cx="890016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Collaborative Planning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309360" y="9089136"/>
            <a:ext cx="6675120" cy="640080"/>
            <a:chOff x="0" y="0"/>
            <a:chExt cx="8900160" cy="85344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8900160" cy="853440"/>
            </a:xfrm>
            <a:custGeom>
              <a:avLst/>
              <a:gdLst/>
              <a:ahLst/>
              <a:cxnLst/>
              <a:rect l="l" t="t" r="r" b="b"/>
              <a:pathLst>
                <a:path w="8900160" h="85344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3201" b="-153201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47625"/>
              <a:ext cx="890016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Multi-user trips with shared budget &amp; voting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6400" y="2727018"/>
            <a:ext cx="14744699" cy="473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83310" lvl="1" indent="-541655" algn="l">
              <a:lnSpc>
                <a:spcPts val="6020"/>
              </a:lnSpc>
              <a:buFont typeface="Arial" panose="020B0604020202020204"/>
              <a:buChar char="•"/>
            </a:pPr>
            <a:r>
              <a:rPr lang="en-US" sz="5015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What problem are you solving?</a:t>
            </a:r>
          </a:p>
          <a:p>
            <a:pPr marL="1083310" lvl="1" indent="-541655" algn="l">
              <a:lnSpc>
                <a:spcPts val="6020"/>
              </a:lnSpc>
              <a:buFont typeface="Arial" panose="020B0604020202020204"/>
              <a:buChar char="•"/>
            </a:pPr>
            <a:r>
              <a:rPr lang="en-US" sz="5015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What makes your project unique?</a:t>
            </a:r>
          </a:p>
          <a:p>
            <a:pPr marL="1083310" lvl="1" indent="-541655" algn="l">
              <a:lnSpc>
                <a:spcPts val="6020"/>
              </a:lnSpc>
              <a:buFont typeface="Arial" panose="020B0604020202020204"/>
              <a:buChar char="•"/>
            </a:pPr>
            <a:r>
              <a:rPr lang="en-US" sz="5015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Where is AI used in your project?</a:t>
            </a:r>
          </a:p>
          <a:p>
            <a:pPr marL="1083310" lvl="1" indent="-541655" algn="l">
              <a:lnSpc>
                <a:spcPts val="6020"/>
              </a:lnSpc>
              <a:buFont typeface="Arial" panose="020B0604020202020204"/>
              <a:buChar char="•"/>
            </a:pPr>
            <a:r>
              <a:rPr lang="en-US" sz="5015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What if user input is ambiguous?</a:t>
            </a:r>
          </a:p>
          <a:p>
            <a:pPr marL="1083310" lvl="1" indent="-541655" algn="l">
              <a:lnSpc>
                <a:spcPts val="6020"/>
              </a:lnSpc>
              <a:buFont typeface="Arial" panose="020B0604020202020204"/>
              <a:buChar char="•"/>
            </a:pPr>
            <a:r>
              <a:rPr lang="en-US" sz="5015">
                <a:solidFill>
                  <a:srgbClr val="1F2937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How can this be improved?</a:t>
            </a:r>
          </a:p>
          <a:p>
            <a:pPr algn="l">
              <a:lnSpc>
                <a:spcPts val="6860"/>
              </a:lnSpc>
              <a:spcBef>
                <a:spcPct val="0"/>
              </a:spcBef>
            </a:pPr>
            <a:endParaRPr lang="en-US" sz="5015">
              <a:solidFill>
                <a:srgbClr val="1F2937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506125" y="4204454"/>
            <a:ext cx="2753175" cy="4114800"/>
          </a:xfrm>
          <a:custGeom>
            <a:avLst/>
            <a:gdLst/>
            <a:ahLst/>
            <a:cxnLst/>
            <a:rect l="l" t="t" r="r" b="b"/>
            <a:pathLst>
              <a:path w="2753175" h="4114800">
                <a:moveTo>
                  <a:pt x="0" y="0"/>
                </a:moveTo>
                <a:lnTo>
                  <a:pt x="2753175" y="0"/>
                </a:lnTo>
                <a:lnTo>
                  <a:pt x="27531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514350"/>
            <a:ext cx="18288000" cy="2392319"/>
            <a:chOff x="0" y="0"/>
            <a:chExt cx="4816593" cy="6300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630076"/>
            </a:xfrm>
            <a:custGeom>
              <a:avLst/>
              <a:gdLst/>
              <a:ahLst/>
              <a:cxnLst/>
              <a:rect l="l" t="t" r="r" b="b"/>
              <a:pathLst>
                <a:path w="4816592" h="630076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608486"/>
                  </a:lnTo>
                  <a:cubicBezTo>
                    <a:pt x="4816592" y="620410"/>
                    <a:pt x="4806926" y="630076"/>
                    <a:pt x="4795002" y="630076"/>
                  </a:cubicBezTo>
                  <a:lnTo>
                    <a:pt x="21590" y="630076"/>
                  </a:lnTo>
                  <a:cubicBezTo>
                    <a:pt x="9666" y="630076"/>
                    <a:pt x="0" y="620410"/>
                    <a:pt x="0" y="608486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A4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816593" cy="677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91858" y="567510"/>
            <a:ext cx="3031688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sz="51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Questions 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41497" y="-1841497"/>
            <a:ext cx="8255003" cy="8255003"/>
            <a:chOff x="0" y="0"/>
            <a:chExt cx="11006671" cy="110066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AA6FF">
                <a:alpha val="3137"/>
              </a:srgbClr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1006709" cy="11006582"/>
            </a:xfrm>
            <a:custGeom>
              <a:avLst/>
              <a:gdLst/>
              <a:ahLst/>
              <a:cxnLst/>
              <a:rect l="l" t="t" r="r" b="b"/>
              <a:pathLst>
                <a:path w="11006709" h="11006582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3AA6FF">
                <a:alpha val="3137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3703303" y="4559303"/>
            <a:ext cx="6426203" cy="6426203"/>
            <a:chOff x="0" y="0"/>
            <a:chExt cx="8568271" cy="85682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FF7A45">
                <a:alpha val="3137"/>
              </a:srgbClr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8568182" cy="8568182"/>
            </a:xfrm>
            <a:custGeom>
              <a:avLst/>
              <a:gdLst/>
              <a:ahLst/>
              <a:cxnLst/>
              <a:rect l="l" t="t" r="r" b="b"/>
              <a:pathLst>
                <a:path w="8568182" h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FF7A45">
                <a:alpha val="3137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388103" y="993143"/>
            <a:ext cx="5511803" cy="135131"/>
            <a:chOff x="0" y="0"/>
            <a:chExt cx="7349071" cy="180175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7315200" cy="146304"/>
            </a:xfrm>
            <a:custGeom>
              <a:avLst/>
              <a:gdLst/>
              <a:ahLst/>
              <a:cxnLst/>
              <a:rect l="l" t="t" r="r" b="b"/>
              <a:pathLst>
                <a:path w="7315200" h="146304">
                  <a:moveTo>
                    <a:pt x="0" y="0"/>
                  </a:moveTo>
                  <a:lnTo>
                    <a:pt x="7315200" y="0"/>
                  </a:lnTo>
                  <a:lnTo>
                    <a:pt x="73152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3AA6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7348982" cy="180088"/>
            </a:xfrm>
            <a:custGeom>
              <a:avLst/>
              <a:gdLst/>
              <a:ahLst/>
              <a:cxnLst/>
              <a:rect l="l" t="t" r="r" b="b"/>
              <a:pathLst>
                <a:path w="7348982" h="180088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63195"/>
                  </a:lnTo>
                  <a:cubicBezTo>
                    <a:pt x="7348982" y="172593"/>
                    <a:pt x="7341362" y="180086"/>
                    <a:pt x="733209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7332091" y="146304"/>
                  </a:lnTo>
                  <a:lnTo>
                    <a:pt x="7332091" y="163195"/>
                  </a:lnTo>
                  <a:lnTo>
                    <a:pt x="7315200" y="163195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863840" y="1371600"/>
            <a:ext cx="2560320" cy="2560320"/>
            <a:chOff x="0" y="0"/>
            <a:chExt cx="3413760" cy="341376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3413760" cy="3413760"/>
            </a:xfrm>
            <a:custGeom>
              <a:avLst/>
              <a:gdLst/>
              <a:ahLst/>
              <a:cxnLst/>
              <a:rect l="l" t="t" r="r" b="b"/>
              <a:pathLst>
                <a:path w="3413760" h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828800" y="3931920"/>
            <a:ext cx="14630400" cy="1645920"/>
            <a:chOff x="0" y="0"/>
            <a:chExt cx="19507200" cy="21945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507200" cy="2194560"/>
            </a:xfrm>
            <a:custGeom>
              <a:avLst/>
              <a:gdLst/>
              <a:ahLst/>
              <a:cxnLst/>
              <a:rect l="l" t="t" r="r" b="b"/>
              <a:pathLst>
                <a:path w="19507200" h="2194560">
                  <a:moveTo>
                    <a:pt x="0" y="0"/>
                  </a:moveTo>
                  <a:lnTo>
                    <a:pt x="19507200" y="0"/>
                  </a:lnTo>
                  <a:lnTo>
                    <a:pt x="1950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71450"/>
              <a:ext cx="19507200" cy="23660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60"/>
                </a:lnSpc>
              </a:pPr>
              <a:r>
                <a:rPr lang="en-US" sz="88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AI Travel Planner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57600" y="5577840"/>
            <a:ext cx="10972800" cy="914400"/>
            <a:chOff x="0" y="0"/>
            <a:chExt cx="146304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30400" cy="1219200"/>
            </a:xfrm>
            <a:custGeom>
              <a:avLst/>
              <a:gdLst/>
              <a:ahLst/>
              <a:cxnLst/>
              <a:rect l="l" t="t" r="r" b="b"/>
              <a:pathLst>
                <a:path w="14630400" h="12192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463040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i="1">
                  <a:solidFill>
                    <a:srgbClr val="FF7A45"/>
                  </a:solidFill>
                  <a:latin typeface="Calibri (MS) Italics" panose="020F05020202040A0204"/>
                  <a:ea typeface="Calibri (MS) Italics" panose="020F05020202040A0204"/>
                  <a:cs typeface="Calibri (MS) Italics" panose="020F05020202040A0204"/>
                  <a:sym typeface="Calibri (MS) Italics" panose="020F05020202040A0204"/>
                </a:rPr>
                <a:t>Plan Smarter. Explore Better.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6607" y="6845303"/>
            <a:ext cx="3774443" cy="848363"/>
            <a:chOff x="0" y="0"/>
            <a:chExt cx="5032591" cy="1131151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292608"/>
                  </a:moveTo>
                  <a:cubicBezTo>
                    <a:pt x="0" y="131064"/>
                    <a:pt x="134239" y="0"/>
                    <a:pt x="299593" y="0"/>
                  </a:cubicBezTo>
                  <a:lnTo>
                    <a:pt x="4699127" y="0"/>
                  </a:lnTo>
                  <a:cubicBezTo>
                    <a:pt x="4864608" y="0"/>
                    <a:pt x="4998720" y="131064"/>
                    <a:pt x="4998720" y="292608"/>
                  </a:cubicBezTo>
                  <a:lnTo>
                    <a:pt x="4998720" y="804672"/>
                  </a:lnTo>
                  <a:cubicBezTo>
                    <a:pt x="4998720" y="966216"/>
                    <a:pt x="4864608" y="1097280"/>
                    <a:pt x="4699127" y="1097280"/>
                  </a:cubicBezTo>
                  <a:lnTo>
                    <a:pt x="299593" y="1097280"/>
                  </a:lnTo>
                  <a:cubicBezTo>
                    <a:pt x="134239" y="1097280"/>
                    <a:pt x="0" y="966343"/>
                    <a:pt x="0" y="804672"/>
                  </a:cubicBezTo>
                  <a:close/>
                </a:path>
              </a:pathLst>
            </a:custGeom>
            <a:solidFill>
              <a:srgbClr val="3AA6FF">
                <a:alpha val="56078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5032502" cy="1131062"/>
            </a:xfrm>
            <a:custGeom>
              <a:avLst/>
              <a:gdLst/>
              <a:ahLst/>
              <a:cxnLst/>
              <a:rect l="l" t="t" r="r" b="b"/>
              <a:pathLst>
                <a:path w="5032502" h="1131062">
                  <a:moveTo>
                    <a:pt x="0" y="309499"/>
                  </a:moveTo>
                  <a:cubicBezTo>
                    <a:pt x="0" y="138176"/>
                    <a:pt x="142113" y="0"/>
                    <a:pt x="316484" y="0"/>
                  </a:cubicBezTo>
                  <a:lnTo>
                    <a:pt x="4716018" y="0"/>
                  </a:lnTo>
                  <a:lnTo>
                    <a:pt x="4716018" y="16891"/>
                  </a:lnTo>
                  <a:lnTo>
                    <a:pt x="4716018" y="0"/>
                  </a:lnTo>
                  <a:cubicBezTo>
                    <a:pt x="4890516" y="0"/>
                    <a:pt x="5032502" y="138176"/>
                    <a:pt x="5032502" y="309499"/>
                  </a:cubicBezTo>
                  <a:lnTo>
                    <a:pt x="5015611" y="309499"/>
                  </a:lnTo>
                  <a:lnTo>
                    <a:pt x="5032502" y="309499"/>
                  </a:lnTo>
                  <a:lnTo>
                    <a:pt x="5032502" y="821563"/>
                  </a:lnTo>
                  <a:lnTo>
                    <a:pt x="5015611" y="821563"/>
                  </a:lnTo>
                  <a:lnTo>
                    <a:pt x="5032502" y="821563"/>
                  </a:lnTo>
                  <a:cubicBezTo>
                    <a:pt x="5032502" y="992886"/>
                    <a:pt x="4890389" y="1131062"/>
                    <a:pt x="4716018" y="1131062"/>
                  </a:cubicBezTo>
                  <a:lnTo>
                    <a:pt x="4716018" y="1114171"/>
                  </a:lnTo>
                  <a:lnTo>
                    <a:pt x="4716018" y="1131062"/>
                  </a:lnTo>
                  <a:lnTo>
                    <a:pt x="316484" y="1131062"/>
                  </a:lnTo>
                  <a:lnTo>
                    <a:pt x="316484" y="1114171"/>
                  </a:lnTo>
                  <a:lnTo>
                    <a:pt x="316484" y="1131062"/>
                  </a:lnTo>
                  <a:cubicBezTo>
                    <a:pt x="142113" y="1131189"/>
                    <a:pt x="0" y="992886"/>
                    <a:pt x="0" y="821563"/>
                  </a:cubicBezTo>
                  <a:lnTo>
                    <a:pt x="0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973455"/>
                    <a:pt x="160147" y="1097280"/>
                    <a:pt x="316611" y="1097280"/>
                  </a:cubicBezTo>
                  <a:lnTo>
                    <a:pt x="4716018" y="1097280"/>
                  </a:lnTo>
                  <a:cubicBezTo>
                    <a:pt x="4872482" y="1097280"/>
                    <a:pt x="4998720" y="973455"/>
                    <a:pt x="4998720" y="821563"/>
                  </a:cubicBezTo>
                  <a:lnTo>
                    <a:pt x="4998720" y="309499"/>
                  </a:lnTo>
                  <a:cubicBezTo>
                    <a:pt x="4998720" y="157607"/>
                    <a:pt x="4872482" y="33782"/>
                    <a:pt x="4716018" y="33782"/>
                  </a:cubicBezTo>
                  <a:lnTo>
                    <a:pt x="316484" y="33782"/>
                  </a:lnTo>
                  <a:lnTo>
                    <a:pt x="316484" y="16891"/>
                  </a:lnTo>
                  <a:lnTo>
                    <a:pt x="316484" y="33909"/>
                  </a:lnTo>
                  <a:cubicBezTo>
                    <a:pt x="160020" y="33909"/>
                    <a:pt x="33909" y="157607"/>
                    <a:pt x="33909" y="309499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289304" y="6858000"/>
            <a:ext cx="3749040" cy="822960"/>
            <a:chOff x="0" y="0"/>
            <a:chExt cx="499872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5" b="-3876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98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Hybrid Parser + LLM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63391" y="6845303"/>
            <a:ext cx="3774443" cy="848363"/>
            <a:chOff x="0" y="0"/>
            <a:chExt cx="5032591" cy="1131151"/>
          </a:xfrm>
        </p:grpSpPr>
        <p:sp>
          <p:nvSpPr>
            <p:cNvPr id="26" name="Freeform 26"/>
            <p:cNvSpPr/>
            <p:nvPr/>
          </p:nvSpPr>
          <p:spPr>
            <a:xfrm>
              <a:off x="16891" y="16891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292608"/>
                  </a:moveTo>
                  <a:cubicBezTo>
                    <a:pt x="0" y="131064"/>
                    <a:pt x="134239" y="0"/>
                    <a:pt x="299593" y="0"/>
                  </a:cubicBezTo>
                  <a:lnTo>
                    <a:pt x="4699127" y="0"/>
                  </a:lnTo>
                  <a:cubicBezTo>
                    <a:pt x="4864608" y="0"/>
                    <a:pt x="4998720" y="131064"/>
                    <a:pt x="4998720" y="292608"/>
                  </a:cubicBezTo>
                  <a:lnTo>
                    <a:pt x="4998720" y="804672"/>
                  </a:lnTo>
                  <a:cubicBezTo>
                    <a:pt x="4998720" y="966216"/>
                    <a:pt x="4864608" y="1097280"/>
                    <a:pt x="4699127" y="1097280"/>
                  </a:cubicBezTo>
                  <a:lnTo>
                    <a:pt x="299593" y="1097280"/>
                  </a:lnTo>
                  <a:cubicBezTo>
                    <a:pt x="134239" y="1097280"/>
                    <a:pt x="0" y="966343"/>
                    <a:pt x="0" y="804672"/>
                  </a:cubicBezTo>
                  <a:close/>
                </a:path>
              </a:pathLst>
            </a:custGeom>
            <a:solidFill>
              <a:srgbClr val="FF7A45">
                <a:alpha val="56078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5032502" cy="1131062"/>
            </a:xfrm>
            <a:custGeom>
              <a:avLst/>
              <a:gdLst/>
              <a:ahLst/>
              <a:cxnLst/>
              <a:rect l="l" t="t" r="r" b="b"/>
              <a:pathLst>
                <a:path w="5032502" h="1131062">
                  <a:moveTo>
                    <a:pt x="0" y="309499"/>
                  </a:moveTo>
                  <a:cubicBezTo>
                    <a:pt x="0" y="138176"/>
                    <a:pt x="142113" y="0"/>
                    <a:pt x="316484" y="0"/>
                  </a:cubicBezTo>
                  <a:lnTo>
                    <a:pt x="4716018" y="0"/>
                  </a:lnTo>
                  <a:lnTo>
                    <a:pt x="4716018" y="16891"/>
                  </a:lnTo>
                  <a:lnTo>
                    <a:pt x="4716018" y="0"/>
                  </a:lnTo>
                  <a:cubicBezTo>
                    <a:pt x="4890516" y="0"/>
                    <a:pt x="5032502" y="138176"/>
                    <a:pt x="5032502" y="309499"/>
                  </a:cubicBezTo>
                  <a:lnTo>
                    <a:pt x="5015611" y="309499"/>
                  </a:lnTo>
                  <a:lnTo>
                    <a:pt x="5032502" y="309499"/>
                  </a:lnTo>
                  <a:lnTo>
                    <a:pt x="5032502" y="821563"/>
                  </a:lnTo>
                  <a:lnTo>
                    <a:pt x="5015611" y="821563"/>
                  </a:lnTo>
                  <a:lnTo>
                    <a:pt x="5032502" y="821563"/>
                  </a:lnTo>
                  <a:cubicBezTo>
                    <a:pt x="5032502" y="992886"/>
                    <a:pt x="4890389" y="1131062"/>
                    <a:pt x="4716018" y="1131062"/>
                  </a:cubicBezTo>
                  <a:lnTo>
                    <a:pt x="4716018" y="1114171"/>
                  </a:lnTo>
                  <a:lnTo>
                    <a:pt x="4716018" y="1131062"/>
                  </a:lnTo>
                  <a:lnTo>
                    <a:pt x="316484" y="1131062"/>
                  </a:lnTo>
                  <a:lnTo>
                    <a:pt x="316484" y="1114171"/>
                  </a:lnTo>
                  <a:lnTo>
                    <a:pt x="316484" y="1131062"/>
                  </a:lnTo>
                  <a:cubicBezTo>
                    <a:pt x="142113" y="1131189"/>
                    <a:pt x="0" y="992886"/>
                    <a:pt x="0" y="821563"/>
                  </a:cubicBezTo>
                  <a:lnTo>
                    <a:pt x="0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973455"/>
                    <a:pt x="160147" y="1097280"/>
                    <a:pt x="316611" y="1097280"/>
                  </a:cubicBezTo>
                  <a:lnTo>
                    <a:pt x="4716018" y="1097280"/>
                  </a:lnTo>
                  <a:cubicBezTo>
                    <a:pt x="4872482" y="1097280"/>
                    <a:pt x="4998720" y="973455"/>
                    <a:pt x="4998720" y="821563"/>
                  </a:cubicBezTo>
                  <a:lnTo>
                    <a:pt x="4998720" y="309499"/>
                  </a:lnTo>
                  <a:cubicBezTo>
                    <a:pt x="4998720" y="157607"/>
                    <a:pt x="4872482" y="33782"/>
                    <a:pt x="4716018" y="33782"/>
                  </a:cubicBezTo>
                  <a:lnTo>
                    <a:pt x="316484" y="33782"/>
                  </a:lnTo>
                  <a:lnTo>
                    <a:pt x="316484" y="16891"/>
                  </a:lnTo>
                  <a:lnTo>
                    <a:pt x="316484" y="33909"/>
                  </a:lnTo>
                  <a:cubicBezTo>
                    <a:pt x="160020" y="33909"/>
                    <a:pt x="33909" y="157607"/>
                    <a:pt x="33909" y="309499"/>
                  </a:cubicBez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5276088" y="6858000"/>
            <a:ext cx="3749040" cy="822960"/>
            <a:chOff x="0" y="0"/>
            <a:chExt cx="4998720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5" b="-3876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998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MCP Tool Orchestration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50175" y="6845303"/>
            <a:ext cx="3774443" cy="848363"/>
            <a:chOff x="0" y="0"/>
            <a:chExt cx="5032591" cy="1131151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292608"/>
                  </a:moveTo>
                  <a:cubicBezTo>
                    <a:pt x="0" y="131064"/>
                    <a:pt x="134239" y="0"/>
                    <a:pt x="299593" y="0"/>
                  </a:cubicBezTo>
                  <a:lnTo>
                    <a:pt x="4699127" y="0"/>
                  </a:lnTo>
                  <a:cubicBezTo>
                    <a:pt x="4864608" y="0"/>
                    <a:pt x="4998720" y="131064"/>
                    <a:pt x="4998720" y="292608"/>
                  </a:cubicBezTo>
                  <a:lnTo>
                    <a:pt x="4998720" y="804672"/>
                  </a:lnTo>
                  <a:cubicBezTo>
                    <a:pt x="4998720" y="966216"/>
                    <a:pt x="4864608" y="1097280"/>
                    <a:pt x="4699127" y="1097280"/>
                  </a:cubicBezTo>
                  <a:lnTo>
                    <a:pt x="299593" y="1097280"/>
                  </a:lnTo>
                  <a:cubicBezTo>
                    <a:pt x="134239" y="1097280"/>
                    <a:pt x="0" y="966343"/>
                    <a:pt x="0" y="804672"/>
                  </a:cubicBezTo>
                  <a:close/>
                </a:path>
              </a:pathLst>
            </a:custGeom>
            <a:solidFill>
              <a:srgbClr val="3AA6FF">
                <a:alpha val="56078"/>
              </a:srgbClr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5032502" cy="1131062"/>
            </a:xfrm>
            <a:custGeom>
              <a:avLst/>
              <a:gdLst/>
              <a:ahLst/>
              <a:cxnLst/>
              <a:rect l="l" t="t" r="r" b="b"/>
              <a:pathLst>
                <a:path w="5032502" h="1131062">
                  <a:moveTo>
                    <a:pt x="0" y="309499"/>
                  </a:moveTo>
                  <a:cubicBezTo>
                    <a:pt x="0" y="138176"/>
                    <a:pt x="142113" y="0"/>
                    <a:pt x="316484" y="0"/>
                  </a:cubicBezTo>
                  <a:lnTo>
                    <a:pt x="4716018" y="0"/>
                  </a:lnTo>
                  <a:lnTo>
                    <a:pt x="4716018" y="16891"/>
                  </a:lnTo>
                  <a:lnTo>
                    <a:pt x="4716018" y="0"/>
                  </a:lnTo>
                  <a:cubicBezTo>
                    <a:pt x="4890516" y="0"/>
                    <a:pt x="5032502" y="138176"/>
                    <a:pt x="5032502" y="309499"/>
                  </a:cubicBezTo>
                  <a:lnTo>
                    <a:pt x="5015611" y="309499"/>
                  </a:lnTo>
                  <a:lnTo>
                    <a:pt x="5032502" y="309499"/>
                  </a:lnTo>
                  <a:lnTo>
                    <a:pt x="5032502" y="821563"/>
                  </a:lnTo>
                  <a:lnTo>
                    <a:pt x="5015611" y="821563"/>
                  </a:lnTo>
                  <a:lnTo>
                    <a:pt x="5032502" y="821563"/>
                  </a:lnTo>
                  <a:cubicBezTo>
                    <a:pt x="5032502" y="992886"/>
                    <a:pt x="4890389" y="1131062"/>
                    <a:pt x="4716018" y="1131062"/>
                  </a:cubicBezTo>
                  <a:lnTo>
                    <a:pt x="4716018" y="1114171"/>
                  </a:lnTo>
                  <a:lnTo>
                    <a:pt x="4716018" y="1131062"/>
                  </a:lnTo>
                  <a:lnTo>
                    <a:pt x="316484" y="1131062"/>
                  </a:lnTo>
                  <a:lnTo>
                    <a:pt x="316484" y="1114171"/>
                  </a:lnTo>
                  <a:lnTo>
                    <a:pt x="316484" y="1131062"/>
                  </a:lnTo>
                  <a:cubicBezTo>
                    <a:pt x="142113" y="1131189"/>
                    <a:pt x="0" y="992886"/>
                    <a:pt x="0" y="821563"/>
                  </a:cubicBezTo>
                  <a:lnTo>
                    <a:pt x="0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973455"/>
                    <a:pt x="160147" y="1097280"/>
                    <a:pt x="316611" y="1097280"/>
                  </a:cubicBezTo>
                  <a:lnTo>
                    <a:pt x="4716018" y="1097280"/>
                  </a:lnTo>
                  <a:cubicBezTo>
                    <a:pt x="4872482" y="1097280"/>
                    <a:pt x="4998720" y="973455"/>
                    <a:pt x="4998720" y="821563"/>
                  </a:cubicBezTo>
                  <a:lnTo>
                    <a:pt x="4998720" y="309499"/>
                  </a:lnTo>
                  <a:cubicBezTo>
                    <a:pt x="4998720" y="157607"/>
                    <a:pt x="4872482" y="33782"/>
                    <a:pt x="4716018" y="33782"/>
                  </a:cubicBezTo>
                  <a:lnTo>
                    <a:pt x="316484" y="33782"/>
                  </a:lnTo>
                  <a:lnTo>
                    <a:pt x="316484" y="16891"/>
                  </a:lnTo>
                  <a:lnTo>
                    <a:pt x="316484" y="33909"/>
                  </a:lnTo>
                  <a:cubicBezTo>
                    <a:pt x="160020" y="33909"/>
                    <a:pt x="33909" y="157607"/>
                    <a:pt x="33909" y="309499"/>
                  </a:cubicBezTo>
                  <a:close/>
                </a:path>
              </a:pathLst>
            </a:custGeom>
            <a:solidFill>
              <a:srgbClr val="3AA6F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9262872" y="6858000"/>
            <a:ext cx="3749040" cy="822960"/>
            <a:chOff x="0" y="0"/>
            <a:chExt cx="499872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5" b="-3876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4998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Budget-Aware AI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236959" y="6845303"/>
            <a:ext cx="3774443" cy="848363"/>
            <a:chOff x="0" y="0"/>
            <a:chExt cx="5032591" cy="113115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292608"/>
                  </a:moveTo>
                  <a:cubicBezTo>
                    <a:pt x="0" y="131064"/>
                    <a:pt x="134239" y="0"/>
                    <a:pt x="299593" y="0"/>
                  </a:cubicBezTo>
                  <a:lnTo>
                    <a:pt x="4699127" y="0"/>
                  </a:lnTo>
                  <a:cubicBezTo>
                    <a:pt x="4864608" y="0"/>
                    <a:pt x="4998720" y="131064"/>
                    <a:pt x="4998720" y="292608"/>
                  </a:cubicBezTo>
                  <a:lnTo>
                    <a:pt x="4998720" y="804672"/>
                  </a:lnTo>
                  <a:cubicBezTo>
                    <a:pt x="4998720" y="966216"/>
                    <a:pt x="4864608" y="1097280"/>
                    <a:pt x="4699127" y="1097280"/>
                  </a:cubicBezTo>
                  <a:lnTo>
                    <a:pt x="299593" y="1097280"/>
                  </a:lnTo>
                  <a:cubicBezTo>
                    <a:pt x="134239" y="1097280"/>
                    <a:pt x="0" y="966343"/>
                    <a:pt x="0" y="804672"/>
                  </a:cubicBezTo>
                  <a:close/>
                </a:path>
              </a:pathLst>
            </a:custGeom>
            <a:solidFill>
              <a:srgbClr val="FF7A45">
                <a:alpha val="56078"/>
              </a:srgbClr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5032502" cy="1131062"/>
            </a:xfrm>
            <a:custGeom>
              <a:avLst/>
              <a:gdLst/>
              <a:ahLst/>
              <a:cxnLst/>
              <a:rect l="l" t="t" r="r" b="b"/>
              <a:pathLst>
                <a:path w="5032502" h="1131062">
                  <a:moveTo>
                    <a:pt x="0" y="309499"/>
                  </a:moveTo>
                  <a:cubicBezTo>
                    <a:pt x="0" y="138176"/>
                    <a:pt x="142113" y="0"/>
                    <a:pt x="316484" y="0"/>
                  </a:cubicBezTo>
                  <a:lnTo>
                    <a:pt x="4716018" y="0"/>
                  </a:lnTo>
                  <a:lnTo>
                    <a:pt x="4716018" y="16891"/>
                  </a:lnTo>
                  <a:lnTo>
                    <a:pt x="4716018" y="0"/>
                  </a:lnTo>
                  <a:cubicBezTo>
                    <a:pt x="4890516" y="0"/>
                    <a:pt x="5032502" y="138176"/>
                    <a:pt x="5032502" y="309499"/>
                  </a:cubicBezTo>
                  <a:lnTo>
                    <a:pt x="5015611" y="309499"/>
                  </a:lnTo>
                  <a:lnTo>
                    <a:pt x="5032502" y="309499"/>
                  </a:lnTo>
                  <a:lnTo>
                    <a:pt x="5032502" y="821563"/>
                  </a:lnTo>
                  <a:lnTo>
                    <a:pt x="5015611" y="821563"/>
                  </a:lnTo>
                  <a:lnTo>
                    <a:pt x="5032502" y="821563"/>
                  </a:lnTo>
                  <a:cubicBezTo>
                    <a:pt x="5032502" y="992886"/>
                    <a:pt x="4890389" y="1131062"/>
                    <a:pt x="4716018" y="1131062"/>
                  </a:cubicBezTo>
                  <a:lnTo>
                    <a:pt x="4716018" y="1114171"/>
                  </a:lnTo>
                  <a:lnTo>
                    <a:pt x="4716018" y="1131062"/>
                  </a:lnTo>
                  <a:lnTo>
                    <a:pt x="316484" y="1131062"/>
                  </a:lnTo>
                  <a:lnTo>
                    <a:pt x="316484" y="1114171"/>
                  </a:lnTo>
                  <a:lnTo>
                    <a:pt x="316484" y="1131062"/>
                  </a:lnTo>
                  <a:cubicBezTo>
                    <a:pt x="142113" y="1131189"/>
                    <a:pt x="0" y="992886"/>
                    <a:pt x="0" y="821563"/>
                  </a:cubicBezTo>
                  <a:lnTo>
                    <a:pt x="0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973455"/>
                    <a:pt x="160147" y="1097280"/>
                    <a:pt x="316611" y="1097280"/>
                  </a:cubicBezTo>
                  <a:lnTo>
                    <a:pt x="4716018" y="1097280"/>
                  </a:lnTo>
                  <a:cubicBezTo>
                    <a:pt x="4872482" y="1097280"/>
                    <a:pt x="4998720" y="973455"/>
                    <a:pt x="4998720" y="821563"/>
                  </a:cubicBezTo>
                  <a:lnTo>
                    <a:pt x="4998720" y="309499"/>
                  </a:lnTo>
                  <a:cubicBezTo>
                    <a:pt x="4998720" y="157607"/>
                    <a:pt x="4872482" y="33782"/>
                    <a:pt x="4716018" y="33782"/>
                  </a:cubicBezTo>
                  <a:lnTo>
                    <a:pt x="316484" y="33782"/>
                  </a:lnTo>
                  <a:lnTo>
                    <a:pt x="316484" y="16891"/>
                  </a:lnTo>
                  <a:lnTo>
                    <a:pt x="316484" y="33909"/>
                  </a:lnTo>
                  <a:cubicBezTo>
                    <a:pt x="160020" y="33909"/>
                    <a:pt x="33909" y="157607"/>
                    <a:pt x="33909" y="309499"/>
                  </a:cubicBezTo>
                  <a:close/>
                </a:path>
              </a:pathLst>
            </a:custGeom>
            <a:solidFill>
              <a:srgbClr val="FF7A45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3249656" y="6858000"/>
            <a:ext cx="3749040" cy="822960"/>
            <a:chOff x="0" y="0"/>
            <a:chExt cx="499872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998720" cy="1097280"/>
            </a:xfrm>
            <a:custGeom>
              <a:avLst/>
              <a:gdLst/>
              <a:ahLst/>
              <a:cxnLst/>
              <a:rect l="l" t="t" r="r" b="b"/>
              <a:pathLst>
                <a:path w="4998720" h="1097280">
                  <a:moveTo>
                    <a:pt x="0" y="0"/>
                  </a:moveTo>
                  <a:lnTo>
                    <a:pt x="4998720" y="0"/>
                  </a:lnTo>
                  <a:lnTo>
                    <a:pt x="4998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5" b="-3876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49987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Streamlit UI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657600" y="8321040"/>
            <a:ext cx="10972800" cy="731520"/>
            <a:chOff x="0" y="0"/>
            <a:chExt cx="14630400" cy="9753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630400" cy="975360"/>
            </a:xfrm>
            <a:custGeom>
              <a:avLst/>
              <a:gdLst/>
              <a:ahLst/>
              <a:cxnLst/>
              <a:rect l="l" t="t" r="r" b="b"/>
              <a:pathLst>
                <a:path w="14630400" h="975360">
                  <a:moveTo>
                    <a:pt x="0" y="0"/>
                  </a:moveTo>
                  <a:lnTo>
                    <a:pt x="14630400" y="0"/>
                  </a:lnTo>
                  <a:lnTo>
                    <a:pt x="14630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1463040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Built with Python  ·  Claude API  ·  MCP  ·  Streamlit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57600" y="9107424"/>
            <a:ext cx="10972800" cy="822960"/>
            <a:chOff x="0" y="0"/>
            <a:chExt cx="1463040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630400" cy="1097280"/>
            </a:xfrm>
            <a:custGeom>
              <a:avLst/>
              <a:gdLst/>
              <a:ahLst/>
              <a:cxnLst/>
              <a:rect l="l" t="t" r="r" b="b"/>
              <a:pathLst>
                <a:path w="14630400" h="109728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66675"/>
              <a:ext cx="1463040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93C5FD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Thank You  🙏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598</Words>
  <Application>Microsoft Office PowerPoint</Application>
  <PresentationFormat>Custom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 (MS) Italics</vt:lpstr>
      <vt:lpstr>Calibri (MS)</vt:lpstr>
      <vt:lpstr>Calibri (MS) Bold</vt:lpstr>
      <vt:lpstr>Calibri</vt:lpstr>
      <vt:lpstr>Canva Sans Bold Italics</vt:lpstr>
      <vt:lpstr>Consolas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a trip today is time-consuming and fragmented, requiring users to rely on multiple tools with little personalization or budget awareness. As a result, converting ideas into structured, optimized itineraries becomes difficult and inefficient.</dc:title>
  <dc:creator>Mammu Neella</dc:creator>
  <cp:lastModifiedBy>Mammu Neella</cp:lastModifiedBy>
  <cp:revision>3</cp:revision>
  <dcterms:created xsi:type="dcterms:W3CDTF">2006-08-16T00:00:00Z</dcterms:created>
  <dcterms:modified xsi:type="dcterms:W3CDTF">2026-05-26T16:45:31Z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26A499B00F014BDAB25FDD90E323B61F_12</vt:lpwstr>
  </property>
  <property fmtid="{D5CDD505-2E9C-101B-9397-08002B2CF9AE}" pid="3" name="KSOProductBuildVer">
    <vt:lpwstr>1033-12.1.0.25242</vt:lpwstr>
  </property>
</Properties>
</file>